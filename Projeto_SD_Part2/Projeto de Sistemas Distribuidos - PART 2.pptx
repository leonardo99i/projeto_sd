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21"/>
  </p:notesMasterIdLst>
  <p:sldIdLst>
    <p:sldId id="256" r:id="rId2"/>
    <p:sldId id="296" r:id="rId3"/>
    <p:sldId id="259" r:id="rId4"/>
    <p:sldId id="261" r:id="rId5"/>
    <p:sldId id="304" r:id="rId6"/>
    <p:sldId id="305" r:id="rId7"/>
    <p:sldId id="297" r:id="rId8"/>
    <p:sldId id="300" r:id="rId9"/>
    <p:sldId id="267" r:id="rId10"/>
    <p:sldId id="298" r:id="rId11"/>
    <p:sldId id="301" r:id="rId12"/>
    <p:sldId id="302" r:id="rId13"/>
    <p:sldId id="303" r:id="rId14"/>
    <p:sldId id="307" r:id="rId15"/>
    <p:sldId id="306" r:id="rId16"/>
    <p:sldId id="283" r:id="rId17"/>
    <p:sldId id="279" r:id="rId18"/>
    <p:sldId id="288" r:id="rId19"/>
    <p:sldId id="278" r:id="rId20"/>
  </p:sldIdLst>
  <p:sldSz cx="9144000" cy="5143500" type="screen16x9"/>
  <p:notesSz cx="6858000" cy="9144000"/>
  <p:embeddedFontLst>
    <p:embeddedFont>
      <p:font typeface="Roboto Condensed" panose="020B0604020202020204" charset="0"/>
      <p:regular r:id="rId22"/>
      <p:bold r:id="rId23"/>
      <p:italic r:id="rId24"/>
      <p:boldItalic r:id="rId25"/>
    </p:embeddedFont>
    <p:embeddedFont>
      <p:font typeface="Roboto Condensed Light" panose="020B0604020202020204" charset="0"/>
      <p:regular r:id="rId26"/>
      <p:bold r:id="rId27"/>
      <p:italic r:id="rId28"/>
      <p:boldItalic r:id="rId29"/>
    </p:embeddedFont>
    <p:embeddedFont>
      <p:font typeface="Barlow" panose="020B0604020202020204" charset="0"/>
      <p:regular r:id="rId30"/>
      <p:bold r:id="rId31"/>
      <p:italic r:id="rId32"/>
      <p:boldItalic r:id="rId33"/>
    </p:embeddedFont>
    <p:embeddedFont>
      <p:font typeface="Arvo" panose="020B0604020202020204" charset="0"/>
      <p:regular r:id="rId34"/>
      <p:bold r:id="rId35"/>
      <p:italic r:id="rId36"/>
      <p:boldItalic r:id="rId37"/>
    </p:embeddedFont>
    <p:embeddedFont>
      <p:font typeface="Agency FB" panose="020B0503020202020204" pitchFamily="34" charset="0"/>
      <p:regular r:id="rId38"/>
      <p:bold r:id="rId39"/>
    </p:embeddedFont>
    <p:embeddedFont>
      <p:font typeface="Microsoft YaHei Light" panose="020B0502040204020203" pitchFamily="34" charset="-122"/>
      <p:regular r:id="rId40"/>
    </p:embeddedFont>
    <p:embeddedFont>
      <p:font typeface="Calibri" panose="020F0502020204030204" pitchFamily="34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27665BA-8202-44FC-AD62-C9F0E3EA811A}">
  <a:tblStyle styleId="{E27665BA-8202-44FC-AD62-C9F0E3EA811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15DE48A-E3B5-44D0-98CB-AE0B3FDC037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00" autoAdjust="0"/>
    <p:restoredTop sz="94660"/>
  </p:normalViewPr>
  <p:slideViewPr>
    <p:cSldViewPr snapToGrid="0">
      <p:cViewPr>
        <p:scale>
          <a:sx n="100" d="100"/>
          <a:sy n="100" d="100"/>
        </p:scale>
        <p:origin x="336" y="-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font" Target="fonts/font18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42" Type="http://schemas.openxmlformats.org/officeDocument/2006/relationships/font" Target="fonts/font21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font" Target="fonts/font17.fntdata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41" Type="http://schemas.openxmlformats.org/officeDocument/2006/relationships/font" Target="fonts/font2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font" Target="fonts/font16.fntdata"/><Relationship Id="rId40" Type="http://schemas.openxmlformats.org/officeDocument/2006/relationships/font" Target="fonts/font19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4" Type="http://schemas.openxmlformats.org/officeDocument/2006/relationships/font" Target="fonts/font2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43" Type="http://schemas.openxmlformats.org/officeDocument/2006/relationships/font" Target="fonts/font22.fntdata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3127493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767481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6988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20141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6565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35410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96139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34922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debaa7b3a2_1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debaa7b3a2_1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18188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79776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27676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52619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debaa7b3a2_1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debaa7b3a2_1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72196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debaa7b3a2_1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" name="Google Shape;605;gdebaa7b3a2_1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31493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5ed75ccf_0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35ed75ccf_0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72105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debaa7b3a2_1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1" name="Google Shape;741;gdebaa7b3a2_1_2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67294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4307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name="adj" fmla="val 32425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12" name="Google Shape;12;p2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4" name="Google Shape;14;p2"/>
          <p:cNvGrpSpPr/>
          <p:nvPr/>
        </p:nvGrpSpPr>
        <p:grpSpPr>
          <a:xfrm rot="10800000" flipH="1">
            <a:off x="1" y="1090763"/>
            <a:ext cx="8847502" cy="2961975"/>
            <a:chOff x="-8178042" y="-4493254"/>
            <a:chExt cx="19483598" cy="6522736"/>
          </a:xfrm>
        </p:grpSpPr>
        <p:sp>
          <p:nvSpPr>
            <p:cNvPr id="15" name="Google Shape;15;p2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7" name="Google Shape;17;p2"/>
          <p:cNvGrpSpPr/>
          <p:nvPr/>
        </p:nvGrpSpPr>
        <p:grpSpPr>
          <a:xfrm>
            <a:off x="3677236" y="4278349"/>
            <a:ext cx="5480829" cy="432996"/>
            <a:chOff x="5582265" y="4646738"/>
            <a:chExt cx="5480829" cy="432996"/>
          </a:xfrm>
        </p:grpSpPr>
        <p:sp>
          <p:nvSpPr>
            <p:cNvPr id="18" name="Google Shape;18;p2"/>
            <p:cNvSpPr/>
            <p:nvPr/>
          </p:nvSpPr>
          <p:spPr>
            <a:xfrm rot="10800000">
              <a:off x="5582265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" name="Google Shape;19;p2"/>
            <p:cNvGrpSpPr/>
            <p:nvPr/>
          </p:nvGrpSpPr>
          <p:grpSpPr>
            <a:xfrm flipH="1">
              <a:off x="5585232" y="4646738"/>
              <a:ext cx="5477861" cy="304551"/>
              <a:chOff x="-24158748" y="330075"/>
              <a:chExt cx="30568423" cy="1699506"/>
            </a:xfrm>
          </p:grpSpPr>
          <p:sp>
            <p:nvSpPr>
              <p:cNvPr id="20" name="Google Shape;20;p2"/>
              <p:cNvSpPr/>
              <p:nvPr/>
            </p:nvSpPr>
            <p:spPr>
              <a:xfrm>
                <a:off x="-24158748" y="330081"/>
                <a:ext cx="289080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4710175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>
            <a:off x="685800" y="1090750"/>
            <a:ext cx="5367900" cy="29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/>
          <p:nvPr/>
        </p:nvSpPr>
        <p:spPr>
          <a:xfrm>
            <a:off x="5697214" y="2635519"/>
            <a:ext cx="889200" cy="296400"/>
          </a:xfrm>
          <a:prstGeom prst="triangle">
            <a:avLst>
              <a:gd name="adj" fmla="val 32425"/>
            </a:avLst>
          </a:prstGeom>
          <a:solidFill>
            <a:srgbClr val="2632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25" name="Google Shape;25;p3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26" name="Google Shape;26;p3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28" name="Google Shape;28;p3"/>
          <p:cNvGrpSpPr/>
          <p:nvPr/>
        </p:nvGrpSpPr>
        <p:grpSpPr>
          <a:xfrm rot="10800000" flipH="1">
            <a:off x="-2" y="2924826"/>
            <a:ext cx="6589087" cy="2027268"/>
            <a:chOff x="-9894852" y="-4493254"/>
            <a:chExt cx="21200407" cy="6522740"/>
          </a:xfrm>
        </p:grpSpPr>
        <p:sp>
          <p:nvSpPr>
            <p:cNvPr id="29" name="Google Shape;29;p3"/>
            <p:cNvSpPr/>
            <p:nvPr/>
          </p:nvSpPr>
          <p:spPr>
            <a:xfrm>
              <a:off x="-9894852" y="-4493114"/>
              <a:ext cx="14685300" cy="652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31" name="Google Shape;31;p3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32" name="Google Shape;32;p3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3" name="Google Shape;33;p3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34" name="Google Shape;34;p3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3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" name="Google Shape;36;p3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37" name="Google Shape;37;p3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3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9" name="Google Shape;39;p3"/>
          <p:cNvSpPr txBox="1">
            <a:spLocks noGrp="1"/>
          </p:cNvSpPr>
          <p:nvPr>
            <p:ph type="ctrTitle"/>
          </p:nvPr>
        </p:nvSpPr>
        <p:spPr>
          <a:xfrm>
            <a:off x="463525" y="2871148"/>
            <a:ext cx="4094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ubTitle" idx="1"/>
          </p:nvPr>
        </p:nvSpPr>
        <p:spPr>
          <a:xfrm>
            <a:off x="463525" y="3975449"/>
            <a:ext cx="4094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3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oogle Shape;62;p5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63" name="Google Shape;63;p5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4" name="Google Shape;64;p5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65" name="Google Shape;65;p5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5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7" name="Google Shape;67;p5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68" name="Google Shape;68;p5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5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0" name="Google Shape;70;p5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71" name="Google Shape;71;p5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72" name="Google Shape;72;p5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73" name="Google Shape;73;p5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74" name="Google Shape;74;p5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75" name="Google Shape;75;p5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76" name="Google Shape;76;p5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77" name="Google Shape;77;p5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sp>
        <p:nvSpPr>
          <p:cNvPr id="78" name="Google Shape;78;p5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5"/>
          <p:cNvSpPr txBox="1">
            <a:spLocks noGrp="1"/>
          </p:cNvSpPr>
          <p:nvPr>
            <p:ph type="body" idx="1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▰"/>
              <a:defRPr/>
            </a:lvl1pPr>
            <a:lvl2pPr marL="914400" lvl="1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2pPr>
            <a:lvl3pPr marL="1371600" lvl="2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3pPr>
            <a:lvl4pPr marL="1828800" lvl="3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4pPr>
            <a:lvl5pPr marL="2286000" lvl="4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5pPr>
            <a:lvl6pPr marL="2743200" lvl="5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6pPr>
            <a:lvl7pPr marL="3200400" lvl="6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7pPr>
            <a:lvl8pPr marL="3657600" lvl="7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8pPr>
            <a:lvl9pPr marL="4114800" lvl="8" indent="-381000">
              <a:spcBef>
                <a:spcPts val="1000"/>
              </a:spcBef>
              <a:spcAft>
                <a:spcPts val="1000"/>
              </a:spcAft>
              <a:buSzPts val="2400"/>
              <a:buChar char="▻"/>
              <a:defRPr/>
            </a:lvl9pPr>
          </a:lstStyle>
          <a:p>
            <a:endParaRPr/>
          </a:p>
        </p:txBody>
      </p:sp>
      <p:sp>
        <p:nvSpPr>
          <p:cNvPr id="80" name="Google Shape;80;p5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82;p6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83" name="Google Shape;83;p6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84" name="Google Shape;84;p6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85" name="Google Shape;85;p6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86" name="Google Shape;86;p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87" name="Google Shape;87;p6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88" name="Google Shape;88;p6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89" name="Google Shape;89;p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90" name="Google Shape;90;p6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91" name="Google Shape;91;p6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2" name="Google Shape;92;p6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93" name="Google Shape;93;p6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6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" name="Google Shape;95;p6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96" name="Google Shape;96;p6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6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8" name="Google Shape;98;p6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6"/>
          <p:cNvSpPr txBox="1">
            <a:spLocks noGrp="1"/>
          </p:cNvSpPr>
          <p:nvPr>
            <p:ph type="body" idx="1"/>
          </p:nvPr>
        </p:nvSpPr>
        <p:spPr>
          <a:xfrm>
            <a:off x="814275" y="1537988"/>
            <a:ext cx="3378300" cy="27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sp>
        <p:nvSpPr>
          <p:cNvPr id="100" name="Google Shape;100;p6"/>
          <p:cNvSpPr txBox="1">
            <a:spLocks noGrp="1"/>
          </p:cNvSpPr>
          <p:nvPr>
            <p:ph type="body" idx="2"/>
          </p:nvPr>
        </p:nvSpPr>
        <p:spPr>
          <a:xfrm>
            <a:off x="4396123" y="1537988"/>
            <a:ext cx="3378300" cy="27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sp>
        <p:nvSpPr>
          <p:cNvPr id="101" name="Google Shape;101;p6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8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126" name="Google Shape;126;p8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127" name="Google Shape;127;p8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128" name="Google Shape;128;p8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129" name="Google Shape;129;p8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130" name="Google Shape;130;p8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131" name="Google Shape;131;p8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132" name="Google Shape;132;p8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133" name="Google Shape;133;p8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134" name="Google Shape;134;p8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5" name="Google Shape;135;p8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36" name="Google Shape;136;p8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8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8" name="Google Shape;138;p8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39" name="Google Shape;139;p8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8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1" name="Google Shape;141;p8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8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10"/>
          <p:cNvGrpSpPr/>
          <p:nvPr/>
        </p:nvGrpSpPr>
        <p:grpSpPr>
          <a:xfrm rot="10800000">
            <a:off x="-8" y="-2"/>
            <a:ext cx="2202830" cy="670795"/>
            <a:chOff x="5575242" y="4472723"/>
            <a:chExt cx="2202830" cy="670795"/>
          </a:xfrm>
        </p:grpSpPr>
        <p:sp>
          <p:nvSpPr>
            <p:cNvPr id="164" name="Google Shape;164;p10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5" name="Google Shape;165;p10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66" name="Google Shape;166;p10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10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8" name="Google Shape;168;p10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69" name="Google Shape;169;p10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170;p10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1" name="Google Shape;171;p10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172" name="Google Shape;172;p10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3" name="Google Shape;173;p10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74" name="Google Shape;174;p10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175;p10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6" name="Google Shape;176;p10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77" name="Google Shape;177;p10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178;p10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79" name="Google Shape;179;p10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▰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lvl="2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lvl="3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lvl="4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lvl="5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lvl="6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lvl="7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lvl="8" indent="-381000"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4" r:id="rId5"/>
    <p:sldLayoutId id="2147483656" r:id="rId6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ottentomatoes.com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www.youtube.com/watch?v=9tAU8fRgq2g" TargetMode="External"/><Relationship Id="rId4" Type="http://schemas.openxmlformats.org/officeDocument/2006/relationships/hyperlink" Target="https://www.guj.com.br/t/programa-de-locadora-de-filmes/55553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 txBox="1">
            <a:spLocks noGrp="1"/>
          </p:cNvSpPr>
          <p:nvPr>
            <p:ph type="ctrTitle"/>
          </p:nvPr>
        </p:nvSpPr>
        <p:spPr>
          <a:xfrm>
            <a:off x="685800" y="1090750"/>
            <a:ext cx="7030092" cy="29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 smtClean="0"/>
              <a:t>SISTEMAS DISTRIBUIDOS TRABALHO</a:t>
            </a:r>
            <a:endParaRPr sz="4400" dirty="0"/>
          </a:p>
        </p:txBody>
      </p:sp>
      <p:sp>
        <p:nvSpPr>
          <p:cNvPr id="3" name="Google Shape;72;p11"/>
          <p:cNvSpPr txBox="1">
            <a:spLocks/>
          </p:cNvSpPr>
          <p:nvPr/>
        </p:nvSpPr>
        <p:spPr>
          <a:xfrm>
            <a:off x="4309531" y="4173081"/>
            <a:ext cx="4834469" cy="509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Barlow"/>
              <a:buNone/>
              <a:defRPr sz="4800" b="1" i="0" u="none" strike="noStrike" cap="none">
                <a:solidFill>
                  <a:schemeClr val="lt2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Barlow"/>
              <a:buNone/>
              <a:defRPr sz="4800" b="1" i="0" u="none" strike="noStrike" cap="none">
                <a:solidFill>
                  <a:schemeClr val="lt2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Barlow"/>
              <a:buNone/>
              <a:defRPr sz="4800" b="1" i="0" u="none" strike="noStrike" cap="none">
                <a:solidFill>
                  <a:schemeClr val="lt2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Barlow"/>
              <a:buNone/>
              <a:defRPr sz="4800" b="1" i="0" u="none" strike="noStrike" cap="none">
                <a:solidFill>
                  <a:schemeClr val="lt2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Barlow"/>
              <a:buNone/>
              <a:defRPr sz="4800" b="1" i="0" u="none" strike="noStrike" cap="none">
                <a:solidFill>
                  <a:schemeClr val="lt2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Barlow"/>
              <a:buNone/>
              <a:defRPr sz="4800" b="1" i="0" u="none" strike="noStrike" cap="none">
                <a:solidFill>
                  <a:schemeClr val="lt2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Barlow"/>
              <a:buNone/>
              <a:defRPr sz="4800" b="1" i="0" u="none" strike="noStrike" cap="none">
                <a:solidFill>
                  <a:schemeClr val="lt2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Barlow"/>
              <a:buNone/>
              <a:defRPr sz="4800" b="1" i="0" u="none" strike="noStrike" cap="none">
                <a:solidFill>
                  <a:schemeClr val="lt2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Barlow"/>
              <a:buNone/>
              <a:defRPr sz="4800" b="1" i="0" u="none" strike="noStrike" cap="none">
                <a:solidFill>
                  <a:schemeClr val="lt2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rPr lang="pt-BR" sz="2000" dirty="0" smtClean="0">
                <a:solidFill>
                  <a:schemeClr val="accent1">
                    <a:lumMod val="50000"/>
                  </a:schemeClr>
                </a:solidFill>
              </a:rPr>
              <a:t>SISTEMAS DISTRIBUIDOS E MOBILE</a:t>
            </a:r>
            <a:endParaRPr lang="pt-BR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Retângulo de cantos arredondados 3"/>
          <p:cNvSpPr/>
          <p:nvPr/>
        </p:nvSpPr>
        <p:spPr>
          <a:xfrm>
            <a:off x="320884" y="4541474"/>
            <a:ext cx="1333255" cy="282899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 smtClean="0">
                <a:solidFill>
                  <a:schemeClr val="bg1"/>
                </a:solidFill>
                <a:latin typeface="Barlow" panose="020B0604020202020204" charset="0"/>
              </a:rPr>
              <a:t>03/06</a:t>
            </a:r>
            <a:r>
              <a:rPr lang="pt-BR" sz="1600" dirty="0" smtClean="0">
                <a:solidFill>
                  <a:schemeClr val="bg1"/>
                </a:solidFill>
                <a:latin typeface="Barlow" panose="020B0604020202020204" charset="0"/>
              </a:rPr>
              <a:t>/2022</a:t>
            </a:r>
            <a:endParaRPr lang="pt-BR" sz="1600" dirty="0">
              <a:solidFill>
                <a:schemeClr val="bg1"/>
              </a:solidFill>
              <a:latin typeface="Barlow" panose="020B0604020202020204" charset="0"/>
            </a:endParaRPr>
          </a:p>
        </p:txBody>
      </p:sp>
      <p:sp>
        <p:nvSpPr>
          <p:cNvPr id="6" name="Espaço Reservado para Número de Slide 1"/>
          <p:cNvSpPr txBox="1">
            <a:spLocks/>
          </p:cNvSpPr>
          <p:nvPr/>
        </p:nvSpPr>
        <p:spPr>
          <a:xfrm>
            <a:off x="7656600" y="4732202"/>
            <a:ext cx="1487400" cy="315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pt-BR" b="1" dirty="0">
                <a:solidFill>
                  <a:schemeClr val="tx1"/>
                </a:solidFill>
                <a:latin typeface="Roboto Condensed" panose="020B0604020202020204" charset="0"/>
                <a:ea typeface="Roboto Condensed" panose="020B0604020202020204" charset="0"/>
              </a:rPr>
              <a:t>1</a:t>
            </a:r>
          </a:p>
        </p:txBody>
      </p:sp>
      <p:sp>
        <p:nvSpPr>
          <p:cNvPr id="7" name="Google Shape;72;p11"/>
          <p:cNvSpPr txBox="1">
            <a:spLocks/>
          </p:cNvSpPr>
          <p:nvPr/>
        </p:nvSpPr>
        <p:spPr>
          <a:xfrm>
            <a:off x="6420599" y="3534432"/>
            <a:ext cx="2590586" cy="508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Barlow"/>
              <a:buNone/>
              <a:defRPr sz="4800" b="1" i="0" u="none" strike="noStrike" cap="none">
                <a:solidFill>
                  <a:schemeClr val="lt2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Barlow"/>
              <a:buNone/>
              <a:defRPr sz="4800" b="1" i="0" u="none" strike="noStrike" cap="none">
                <a:solidFill>
                  <a:schemeClr val="lt2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Barlow"/>
              <a:buNone/>
              <a:defRPr sz="4800" b="1" i="0" u="none" strike="noStrike" cap="none">
                <a:solidFill>
                  <a:schemeClr val="lt2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Barlow"/>
              <a:buNone/>
              <a:defRPr sz="4800" b="1" i="0" u="none" strike="noStrike" cap="none">
                <a:solidFill>
                  <a:schemeClr val="lt2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Barlow"/>
              <a:buNone/>
              <a:defRPr sz="4800" b="1" i="0" u="none" strike="noStrike" cap="none">
                <a:solidFill>
                  <a:schemeClr val="lt2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Barlow"/>
              <a:buNone/>
              <a:defRPr sz="4800" b="1" i="0" u="none" strike="noStrike" cap="none">
                <a:solidFill>
                  <a:schemeClr val="lt2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Barlow"/>
              <a:buNone/>
              <a:defRPr sz="4800" b="1" i="0" u="none" strike="noStrike" cap="none">
                <a:solidFill>
                  <a:schemeClr val="lt2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Barlow"/>
              <a:buNone/>
              <a:defRPr sz="4800" b="1" i="0" u="none" strike="noStrike" cap="none">
                <a:solidFill>
                  <a:schemeClr val="lt2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Barlow"/>
              <a:buNone/>
              <a:defRPr sz="4800" b="1" i="0" u="none" strike="noStrike" cap="none">
                <a:solidFill>
                  <a:schemeClr val="lt2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algn="r"/>
            <a:r>
              <a:rPr lang="pt-BR" sz="1600" dirty="0" smtClean="0">
                <a:solidFill>
                  <a:schemeClr val="accent1">
                    <a:lumMod val="50000"/>
                  </a:schemeClr>
                </a:solidFill>
                <a:latin typeface="Agency FB" panose="020B0503020202020204" pitchFamily="34" charset="0"/>
              </a:rPr>
              <a:t>Professores Responsáveis:</a:t>
            </a:r>
          </a:p>
          <a:p>
            <a:pPr algn="r"/>
            <a:r>
              <a:rPr lang="pt-BR" sz="1600" dirty="0" err="1" smtClean="0">
                <a:solidFill>
                  <a:schemeClr val="accent1">
                    <a:lumMod val="50000"/>
                  </a:schemeClr>
                </a:solidFill>
                <a:latin typeface="Agency FB" panose="020B0503020202020204" pitchFamily="34" charset="0"/>
              </a:rPr>
              <a:t>Prof°</a:t>
            </a:r>
            <a:r>
              <a:rPr lang="pt-BR" sz="1600" dirty="0" smtClean="0">
                <a:solidFill>
                  <a:schemeClr val="accent1">
                    <a:lumMod val="50000"/>
                  </a:schemeClr>
                </a:solidFill>
                <a:latin typeface="Agency FB" panose="020B0503020202020204" pitchFamily="34" charset="0"/>
              </a:rPr>
              <a:t> </a:t>
            </a:r>
            <a:r>
              <a:rPr lang="en" sz="1600" dirty="0" smtClean="0">
                <a:solidFill>
                  <a:schemeClr val="dk1"/>
                </a:solidFill>
                <a:latin typeface="Agency FB" panose="020B0503020202020204" pitchFamily="34" charset="0"/>
                <a:ea typeface="Roboto Condensed"/>
                <a:cs typeface="Roboto Condensed"/>
                <a:sym typeface="Roboto Condensed"/>
              </a:rPr>
              <a:t>Bruno </a:t>
            </a:r>
            <a:r>
              <a:rPr lang="en" sz="1600" dirty="0">
                <a:solidFill>
                  <a:schemeClr val="dk1"/>
                </a:solidFill>
                <a:latin typeface="Agency FB" panose="020B0503020202020204" pitchFamily="34" charset="0"/>
                <a:ea typeface="Roboto Condensed"/>
                <a:cs typeface="Roboto Condensed"/>
                <a:sym typeface="Roboto Condensed"/>
              </a:rPr>
              <a:t>de Abreu I</a:t>
            </a:r>
            <a:r>
              <a:rPr lang="pt-BR" sz="1600" dirty="0">
                <a:solidFill>
                  <a:schemeClr val="dk1"/>
                </a:solidFill>
                <a:latin typeface="Agency FB" panose="020B0503020202020204" pitchFamily="34" charset="0"/>
                <a:ea typeface="Roboto Condensed"/>
                <a:cs typeface="Roboto Condensed"/>
                <a:sym typeface="Roboto Condensed"/>
              </a:rPr>
              <a:t>i</a:t>
            </a:r>
            <a:r>
              <a:rPr lang="en" sz="1600" dirty="0">
                <a:solidFill>
                  <a:schemeClr val="dk1"/>
                </a:solidFill>
                <a:latin typeface="Agency FB" panose="020B0503020202020204" pitchFamily="34" charset="0"/>
                <a:ea typeface="Roboto Condensed"/>
                <a:cs typeface="Roboto Condensed"/>
                <a:sym typeface="Roboto Condensed"/>
              </a:rPr>
              <a:t>zuka </a:t>
            </a:r>
            <a:r>
              <a:rPr lang="en" sz="1600" dirty="0" smtClean="0">
                <a:solidFill>
                  <a:schemeClr val="dk1"/>
                </a:solidFill>
                <a:latin typeface="Agency FB" panose="020B0503020202020204" pitchFamily="34" charset="0"/>
                <a:ea typeface="Roboto Condensed"/>
                <a:cs typeface="Roboto Condensed"/>
                <a:sym typeface="Roboto Condensed"/>
              </a:rPr>
              <a:t>Moritani</a:t>
            </a:r>
          </a:p>
          <a:p>
            <a:pPr algn="r"/>
            <a:r>
              <a:rPr lang="en" sz="1600" dirty="0" smtClean="0">
                <a:solidFill>
                  <a:schemeClr val="dk1"/>
                </a:solidFill>
                <a:latin typeface="Agency FB" panose="020B0503020202020204" pitchFamily="34" charset="0"/>
                <a:ea typeface="Roboto Condensed"/>
                <a:cs typeface="Roboto Condensed"/>
                <a:sym typeface="Roboto Condensed"/>
              </a:rPr>
              <a:t>Prof° Fernando </a:t>
            </a:r>
            <a:r>
              <a:rPr lang="en" sz="1600" dirty="0">
                <a:solidFill>
                  <a:schemeClr val="dk1"/>
                </a:solidFill>
                <a:latin typeface="Agency FB" panose="020B0503020202020204" pitchFamily="34" charset="0"/>
                <a:ea typeface="Roboto Condensed"/>
                <a:cs typeface="Roboto Condensed"/>
                <a:sym typeface="Roboto Condensed"/>
              </a:rPr>
              <a:t>Ryoji </a:t>
            </a:r>
            <a:r>
              <a:rPr lang="en" sz="1600" dirty="0" smtClean="0">
                <a:solidFill>
                  <a:schemeClr val="dk1"/>
                </a:solidFill>
                <a:latin typeface="Agency FB" panose="020B0503020202020204" pitchFamily="34" charset="0"/>
                <a:ea typeface="Roboto Condensed"/>
                <a:cs typeface="Roboto Condensed"/>
                <a:sym typeface="Roboto Condensed"/>
              </a:rPr>
              <a:t>Kakugawa</a:t>
            </a:r>
            <a:r>
              <a:rPr lang="pt-BR" sz="1600" dirty="0" smtClean="0">
                <a:solidFill>
                  <a:schemeClr val="accent1">
                    <a:lumMod val="50000"/>
                  </a:schemeClr>
                </a:solidFill>
                <a:latin typeface="Agency FB" panose="020B0503020202020204" pitchFamily="34" charset="0"/>
              </a:rPr>
              <a:t> </a:t>
            </a:r>
            <a:endParaRPr lang="pt-BR" sz="1600" dirty="0">
              <a:solidFill>
                <a:schemeClr val="accent1">
                  <a:lumMod val="50000"/>
                </a:schemeClr>
              </a:solidFill>
              <a:latin typeface="Agency FB" panose="020B0503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oogle Shape;401;p26"/>
          <p:cNvGrpSpPr/>
          <p:nvPr/>
        </p:nvGrpSpPr>
        <p:grpSpPr>
          <a:xfrm>
            <a:off x="-298028" y="1639128"/>
            <a:ext cx="8352890" cy="907708"/>
            <a:chOff x="-1535283" y="1287960"/>
            <a:chExt cx="11486579" cy="2067200"/>
          </a:xfrm>
        </p:grpSpPr>
        <p:sp>
          <p:nvSpPr>
            <p:cNvPr id="46" name="Google Shape;402;p26"/>
            <p:cNvSpPr/>
            <p:nvPr/>
          </p:nvSpPr>
          <p:spPr>
            <a:xfrm>
              <a:off x="8699476" y="1287960"/>
              <a:ext cx="1243800" cy="414300"/>
            </a:xfrm>
            <a:prstGeom prst="triangle">
              <a:avLst>
                <a:gd name="adj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47" name="Google Shape;403;p26"/>
            <p:cNvSpPr/>
            <p:nvPr/>
          </p:nvSpPr>
          <p:spPr>
            <a:xfrm rot="10800000" flipH="1">
              <a:off x="-308909" y="1697040"/>
              <a:ext cx="9030600" cy="12438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48" name="Google Shape;404;p26"/>
            <p:cNvSpPr/>
            <p:nvPr/>
          </p:nvSpPr>
          <p:spPr>
            <a:xfrm rot="10800000" flipH="1">
              <a:off x="8707496" y="1697043"/>
              <a:ext cx="1243800" cy="12438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49" name="Google Shape;405;p26"/>
            <p:cNvSpPr/>
            <p:nvPr/>
          </p:nvSpPr>
          <p:spPr>
            <a:xfrm flipH="1">
              <a:off x="-1535283" y="1697043"/>
              <a:ext cx="1243800" cy="12438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50" name="Google Shape;406;p26"/>
            <p:cNvSpPr/>
            <p:nvPr/>
          </p:nvSpPr>
          <p:spPr>
            <a:xfrm rot="10800000">
              <a:off x="-1535278" y="2940860"/>
              <a:ext cx="1243800" cy="414300"/>
            </a:xfrm>
            <a:prstGeom prst="triangle">
              <a:avLst>
                <a:gd name="adj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 smtClean="0"/>
              <a:t>PROGRAMAÇÃO</a:t>
            </a:r>
            <a:endParaRPr sz="3200" dirty="0"/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grpSp>
        <p:nvGrpSpPr>
          <p:cNvPr id="194" name="Google Shape;194;p12"/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407;p26"/>
          <p:cNvSpPr txBox="1">
            <a:spLocks/>
          </p:cNvSpPr>
          <p:nvPr/>
        </p:nvSpPr>
        <p:spPr>
          <a:xfrm>
            <a:off x="406816" y="1816855"/>
            <a:ext cx="7003186" cy="5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algn="ctr"/>
            <a:r>
              <a:rPr lang="pt-BR" sz="2800" dirty="0" smtClean="0">
                <a:solidFill>
                  <a:schemeClr val="accent1">
                    <a:lumMod val="50000"/>
                  </a:schemeClr>
                </a:solidFill>
              </a:rPr>
              <a:t>1. Introduzindo as ideias iniciais do sistema</a:t>
            </a:r>
            <a:endParaRPr lang="pt-BR" sz="2800" dirty="0">
              <a:solidFill>
                <a:schemeClr val="accent1">
                  <a:lumMod val="50000"/>
                </a:schemeClr>
              </a:solidFill>
            </a:endParaRPr>
          </a:p>
        </p:txBody>
      </p:sp>
      <p:grpSp>
        <p:nvGrpSpPr>
          <p:cNvPr id="27" name="Google Shape;401;p26"/>
          <p:cNvGrpSpPr/>
          <p:nvPr/>
        </p:nvGrpSpPr>
        <p:grpSpPr>
          <a:xfrm>
            <a:off x="300273" y="2411518"/>
            <a:ext cx="8352890" cy="907708"/>
            <a:chOff x="-1535283" y="1287960"/>
            <a:chExt cx="11486579" cy="2067200"/>
          </a:xfrm>
        </p:grpSpPr>
        <p:sp>
          <p:nvSpPr>
            <p:cNvPr id="28" name="Google Shape;402;p26"/>
            <p:cNvSpPr/>
            <p:nvPr/>
          </p:nvSpPr>
          <p:spPr>
            <a:xfrm>
              <a:off x="8699476" y="1287960"/>
              <a:ext cx="1243800" cy="414300"/>
            </a:xfrm>
            <a:prstGeom prst="triangle">
              <a:avLst>
                <a:gd name="adj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29" name="Google Shape;403;p26"/>
            <p:cNvSpPr/>
            <p:nvPr/>
          </p:nvSpPr>
          <p:spPr>
            <a:xfrm rot="10800000" flipH="1">
              <a:off x="-308909" y="1697040"/>
              <a:ext cx="9030600" cy="12438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30" name="Google Shape;404;p26"/>
            <p:cNvSpPr/>
            <p:nvPr/>
          </p:nvSpPr>
          <p:spPr>
            <a:xfrm rot="10800000" flipH="1">
              <a:off x="8707496" y="1697043"/>
              <a:ext cx="1243800" cy="12438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31" name="Google Shape;405;p26"/>
            <p:cNvSpPr/>
            <p:nvPr/>
          </p:nvSpPr>
          <p:spPr>
            <a:xfrm flipH="1">
              <a:off x="-1535283" y="1697043"/>
              <a:ext cx="1243800" cy="12438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32" name="Google Shape;406;p26"/>
            <p:cNvSpPr/>
            <p:nvPr/>
          </p:nvSpPr>
          <p:spPr>
            <a:xfrm rot="10800000">
              <a:off x="-1535278" y="2940860"/>
              <a:ext cx="1243800" cy="414300"/>
            </a:xfrm>
            <a:prstGeom prst="triangle">
              <a:avLst>
                <a:gd name="adj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33" name="Google Shape;401;p26"/>
          <p:cNvGrpSpPr/>
          <p:nvPr/>
        </p:nvGrpSpPr>
        <p:grpSpPr>
          <a:xfrm>
            <a:off x="752510" y="3284404"/>
            <a:ext cx="8352890" cy="907708"/>
            <a:chOff x="-1535283" y="1287960"/>
            <a:chExt cx="11486579" cy="2067200"/>
          </a:xfrm>
        </p:grpSpPr>
        <p:sp>
          <p:nvSpPr>
            <p:cNvPr id="34" name="Google Shape;402;p26"/>
            <p:cNvSpPr/>
            <p:nvPr/>
          </p:nvSpPr>
          <p:spPr>
            <a:xfrm>
              <a:off x="8699476" y="1287960"/>
              <a:ext cx="1243800" cy="414300"/>
            </a:xfrm>
            <a:prstGeom prst="triangle">
              <a:avLst>
                <a:gd name="adj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35" name="Google Shape;403;p26"/>
            <p:cNvSpPr/>
            <p:nvPr/>
          </p:nvSpPr>
          <p:spPr>
            <a:xfrm rot="10800000" flipH="1">
              <a:off x="-308909" y="1697040"/>
              <a:ext cx="9030600" cy="12438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36" name="Google Shape;404;p26"/>
            <p:cNvSpPr/>
            <p:nvPr/>
          </p:nvSpPr>
          <p:spPr>
            <a:xfrm rot="10800000" flipH="1">
              <a:off x="8707496" y="1697043"/>
              <a:ext cx="1243800" cy="12438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37" name="Google Shape;405;p26"/>
            <p:cNvSpPr/>
            <p:nvPr/>
          </p:nvSpPr>
          <p:spPr>
            <a:xfrm flipH="1">
              <a:off x="-1535283" y="1697043"/>
              <a:ext cx="1243800" cy="12438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38" name="Google Shape;406;p26"/>
            <p:cNvSpPr/>
            <p:nvPr/>
          </p:nvSpPr>
          <p:spPr>
            <a:xfrm rot="10800000">
              <a:off x="-1535278" y="2940860"/>
              <a:ext cx="1243800" cy="414300"/>
            </a:xfrm>
            <a:prstGeom prst="triangle">
              <a:avLst>
                <a:gd name="adj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sp>
        <p:nvSpPr>
          <p:cNvPr id="51" name="Google Shape;407;p26"/>
          <p:cNvSpPr txBox="1">
            <a:spLocks/>
          </p:cNvSpPr>
          <p:nvPr/>
        </p:nvSpPr>
        <p:spPr>
          <a:xfrm>
            <a:off x="833781" y="2596922"/>
            <a:ext cx="7003186" cy="5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algn="ctr"/>
            <a:r>
              <a:rPr lang="pt-BR" sz="2800" dirty="0" smtClean="0">
                <a:solidFill>
                  <a:schemeClr val="accent1">
                    <a:lumMod val="50000"/>
                  </a:schemeClr>
                </a:solidFill>
              </a:rPr>
              <a:t>2. Front em HTML</a:t>
            </a:r>
            <a:endParaRPr lang="pt-BR" sz="28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2" name="Google Shape;407;p26"/>
          <p:cNvSpPr txBox="1">
            <a:spLocks/>
          </p:cNvSpPr>
          <p:nvPr/>
        </p:nvSpPr>
        <p:spPr>
          <a:xfrm>
            <a:off x="1336518" y="3458254"/>
            <a:ext cx="7003186" cy="5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algn="ctr"/>
            <a:r>
              <a:rPr lang="pt-BR" sz="2800" dirty="0" smtClean="0">
                <a:solidFill>
                  <a:schemeClr val="accent1">
                    <a:lumMod val="50000"/>
                  </a:schemeClr>
                </a:solidFill>
              </a:rPr>
              <a:t>3. </a:t>
            </a:r>
            <a:r>
              <a:rPr lang="pt-BR" sz="2800" dirty="0" err="1" smtClean="0">
                <a:solidFill>
                  <a:schemeClr val="accent1">
                    <a:lumMod val="50000"/>
                  </a:schemeClr>
                </a:solidFill>
              </a:rPr>
              <a:t>Roadmap</a:t>
            </a:r>
            <a:r>
              <a:rPr lang="pt-BR" sz="2800" dirty="0" smtClean="0">
                <a:solidFill>
                  <a:schemeClr val="accent1">
                    <a:lumMod val="50000"/>
                  </a:schemeClr>
                </a:solidFill>
              </a:rPr>
              <a:t> e Finalização</a:t>
            </a:r>
            <a:endParaRPr lang="pt-BR" sz="28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956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4"/>
          <p:cNvSpPr txBox="1">
            <a:spLocks noGrp="1"/>
          </p:cNvSpPr>
          <p:nvPr>
            <p:ph type="ctrTitle"/>
          </p:nvPr>
        </p:nvSpPr>
        <p:spPr>
          <a:xfrm>
            <a:off x="463525" y="2871148"/>
            <a:ext cx="45752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IDEIAS INICIAS DO SISTEMA</a:t>
            </a:r>
            <a:endParaRPr dirty="0"/>
          </a:p>
        </p:txBody>
      </p:sp>
      <p:sp>
        <p:nvSpPr>
          <p:cNvPr id="222" name="Google Shape;222;p14"/>
          <p:cNvSpPr txBox="1">
            <a:spLocks noGrp="1"/>
          </p:cNvSpPr>
          <p:nvPr>
            <p:ph type="subTitle" idx="1"/>
          </p:nvPr>
        </p:nvSpPr>
        <p:spPr>
          <a:xfrm>
            <a:off x="463525" y="3975449"/>
            <a:ext cx="4094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 dirty="0" smtClean="0"/>
              <a:t>Apresentando as ideias iniciais</a:t>
            </a:r>
            <a:endParaRPr dirty="0"/>
          </a:p>
        </p:txBody>
      </p:sp>
      <p:sp>
        <p:nvSpPr>
          <p:cNvPr id="223" name="Google Shape;223;p14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224" name="Google Shape;224;p14"/>
          <p:cNvSpPr txBox="1"/>
          <p:nvPr/>
        </p:nvSpPr>
        <p:spPr>
          <a:xfrm>
            <a:off x="463525" y="0"/>
            <a:ext cx="2181600" cy="31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 b="1" dirty="0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1</a:t>
            </a:r>
            <a:endParaRPr sz="3000" b="1" dirty="0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6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 smtClean="0"/>
              <a:t>IDEIA PRINCIPAL</a:t>
            </a:r>
            <a:endParaRPr sz="2800" dirty="0"/>
          </a:p>
        </p:txBody>
      </p:sp>
      <p:sp>
        <p:nvSpPr>
          <p:cNvPr id="237" name="Google Shape;237;p16"/>
          <p:cNvSpPr txBox="1">
            <a:spLocks noGrp="1"/>
          </p:cNvSpPr>
          <p:nvPr>
            <p:ph type="body" idx="1"/>
          </p:nvPr>
        </p:nvSpPr>
        <p:spPr>
          <a:xfrm>
            <a:off x="440377" y="1458930"/>
            <a:ext cx="6132600" cy="87615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▰"/>
            </a:pPr>
            <a:r>
              <a:rPr lang="en" dirty="0" smtClean="0"/>
              <a:t>Fazer um sistema que desse suporte a filmes online, com um SGBD como MySQL;</a:t>
            </a:r>
          </a:p>
        </p:txBody>
      </p:sp>
      <p:sp>
        <p:nvSpPr>
          <p:cNvPr id="238" name="Google Shape;238;p16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grpSp>
        <p:nvGrpSpPr>
          <p:cNvPr id="239" name="Google Shape;239;p16"/>
          <p:cNvGrpSpPr/>
          <p:nvPr/>
        </p:nvGrpSpPr>
        <p:grpSpPr>
          <a:xfrm>
            <a:off x="282216" y="590918"/>
            <a:ext cx="369505" cy="369505"/>
            <a:chOff x="2594050" y="1631825"/>
            <a:chExt cx="439625" cy="439625"/>
          </a:xfrm>
        </p:grpSpPr>
        <p:sp>
          <p:nvSpPr>
            <p:cNvPr id="240" name="Google Shape;240;p16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6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6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6"/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" name="Google Shape;237;p16"/>
          <p:cNvSpPr txBox="1">
            <a:spLocks/>
          </p:cNvSpPr>
          <p:nvPr/>
        </p:nvSpPr>
        <p:spPr>
          <a:xfrm>
            <a:off x="440377" y="2338835"/>
            <a:ext cx="5508360" cy="1144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▰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>
              <a:spcBef>
                <a:spcPts val="0"/>
              </a:spcBef>
            </a:pPr>
            <a:r>
              <a:rPr lang="pt-BR" dirty="0" smtClean="0"/>
              <a:t>Ter um função de avaliação dos filmes;</a:t>
            </a:r>
          </a:p>
          <a:p>
            <a:pPr>
              <a:spcBef>
                <a:spcPts val="0"/>
              </a:spcBef>
            </a:pPr>
            <a:r>
              <a:rPr lang="pt-BR" dirty="0" smtClean="0"/>
              <a:t>Ter um função que avaliasse atores;</a:t>
            </a:r>
          </a:p>
        </p:txBody>
      </p:sp>
      <p:cxnSp>
        <p:nvCxnSpPr>
          <p:cNvPr id="3" name="Conector em curva 2"/>
          <p:cNvCxnSpPr>
            <a:endCxn id="237" idx="3"/>
          </p:cNvCxnSpPr>
          <p:nvPr/>
        </p:nvCxnSpPr>
        <p:spPr>
          <a:xfrm rot="10800000" flipV="1">
            <a:off x="6572978" y="1455183"/>
            <a:ext cx="1276479" cy="441826"/>
          </a:xfrm>
          <a:prstGeom prst="curvedConnector3">
            <a:avLst>
              <a:gd name="adj1" fmla="val 9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7282635" y="1166844"/>
            <a:ext cx="1152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i="1" dirty="0" smtClean="0">
                <a:solidFill>
                  <a:srgbClr val="FF0000"/>
                </a:solidFill>
              </a:rPr>
              <a:t>PRINCIPAL</a:t>
            </a:r>
            <a:endParaRPr lang="pt-BR" b="1" i="1" dirty="0">
              <a:solidFill>
                <a:srgbClr val="FF0000"/>
              </a:solidFill>
            </a:endParaRPr>
          </a:p>
        </p:txBody>
      </p:sp>
      <p:cxnSp>
        <p:nvCxnSpPr>
          <p:cNvPr id="23" name="Conector em curva 22"/>
          <p:cNvCxnSpPr>
            <a:endCxn id="10" idx="3"/>
          </p:cNvCxnSpPr>
          <p:nvPr/>
        </p:nvCxnSpPr>
        <p:spPr>
          <a:xfrm rot="10800000" flipV="1">
            <a:off x="5948737" y="2335087"/>
            <a:ext cx="1808252" cy="575869"/>
          </a:xfrm>
          <a:prstGeom prst="curvedConnector3">
            <a:avLst>
              <a:gd name="adj1" fmla="val -56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aixaDeTexto 30"/>
          <p:cNvSpPr txBox="1"/>
          <p:nvPr/>
        </p:nvSpPr>
        <p:spPr>
          <a:xfrm>
            <a:off x="7208820" y="2029615"/>
            <a:ext cx="13933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i="1" dirty="0" smtClean="0">
                <a:solidFill>
                  <a:srgbClr val="FF0000"/>
                </a:solidFill>
              </a:rPr>
              <a:t>SECUNDÁRIO</a:t>
            </a:r>
            <a:endParaRPr lang="pt-BR" b="1" i="1" dirty="0">
              <a:solidFill>
                <a:srgbClr val="FF0000"/>
              </a:solidFill>
            </a:endParaRPr>
          </a:p>
        </p:txBody>
      </p:sp>
      <p:sp>
        <p:nvSpPr>
          <p:cNvPr id="32" name="Google Shape;237;p16"/>
          <p:cNvSpPr txBox="1">
            <a:spLocks/>
          </p:cNvSpPr>
          <p:nvPr/>
        </p:nvSpPr>
        <p:spPr>
          <a:xfrm>
            <a:off x="398575" y="3483078"/>
            <a:ext cx="5704274" cy="1144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▰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>
              <a:spcBef>
                <a:spcPts val="0"/>
              </a:spcBef>
            </a:pPr>
            <a:r>
              <a:rPr lang="pt-BR" dirty="0" smtClean="0"/>
              <a:t>Adição de filmes mais antigos;</a:t>
            </a:r>
          </a:p>
          <a:p>
            <a:pPr>
              <a:spcBef>
                <a:spcPts val="0"/>
              </a:spcBef>
            </a:pPr>
            <a:r>
              <a:rPr lang="pt-BR" dirty="0" smtClean="0"/>
              <a:t>Talvez uma função (futuro) de assinatura;</a:t>
            </a:r>
          </a:p>
        </p:txBody>
      </p:sp>
      <p:sp>
        <p:nvSpPr>
          <p:cNvPr id="22" name="Mais 21"/>
          <p:cNvSpPr/>
          <p:nvPr/>
        </p:nvSpPr>
        <p:spPr>
          <a:xfrm>
            <a:off x="635622" y="4191856"/>
            <a:ext cx="162554" cy="133564"/>
          </a:xfrm>
          <a:prstGeom prst="mathPlus">
            <a:avLst/>
          </a:prstGeom>
          <a:solidFill>
            <a:schemeClr val="accent5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4" name="Conector em curva 33"/>
          <p:cNvCxnSpPr>
            <a:endCxn id="32" idx="3"/>
          </p:cNvCxnSpPr>
          <p:nvPr/>
        </p:nvCxnSpPr>
        <p:spPr>
          <a:xfrm rot="10800000" flipV="1">
            <a:off x="6102849" y="3553312"/>
            <a:ext cx="1654140" cy="501888"/>
          </a:xfrm>
          <a:prstGeom prst="curvedConnector3">
            <a:avLst>
              <a:gd name="adj1" fmla="val -93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aixaDeTexto 34"/>
          <p:cNvSpPr txBox="1"/>
          <p:nvPr/>
        </p:nvSpPr>
        <p:spPr>
          <a:xfrm>
            <a:off x="6641739" y="3030092"/>
            <a:ext cx="19525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i="1" dirty="0" smtClean="0">
                <a:solidFill>
                  <a:srgbClr val="FF0000"/>
                </a:solidFill>
              </a:rPr>
              <a:t>SECUNDÁRIO</a:t>
            </a:r>
          </a:p>
          <a:p>
            <a:r>
              <a:rPr lang="pt-BR" b="1" i="1" dirty="0" smtClean="0">
                <a:solidFill>
                  <a:srgbClr val="FF0000"/>
                </a:solidFill>
              </a:rPr>
              <a:t>(NÃO NECESSÁRIO)</a:t>
            </a:r>
            <a:endParaRPr lang="pt-BR" b="1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6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 smtClean="0"/>
              <a:t>FUNÇÕES PENSADAS</a:t>
            </a:r>
            <a:endParaRPr sz="2800" dirty="0"/>
          </a:p>
        </p:txBody>
      </p:sp>
      <p:sp>
        <p:nvSpPr>
          <p:cNvPr id="237" name="Google Shape;237;p16"/>
          <p:cNvSpPr txBox="1">
            <a:spLocks noGrp="1"/>
          </p:cNvSpPr>
          <p:nvPr>
            <p:ph type="body" idx="1"/>
          </p:nvPr>
        </p:nvSpPr>
        <p:spPr>
          <a:xfrm>
            <a:off x="340041" y="3161948"/>
            <a:ext cx="6656659" cy="127792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lvl="0" indent="0" algn="l" rtl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lang="en" dirty="0" smtClean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▰"/>
            </a:pPr>
            <a:r>
              <a:rPr lang="en" dirty="0" smtClean="0"/>
              <a:t>Avaliação de Filmes;</a:t>
            </a: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▰"/>
            </a:pPr>
            <a:r>
              <a:rPr lang="en" dirty="0" smtClean="0"/>
              <a:t>Login de Usuário;</a:t>
            </a: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▰"/>
            </a:pPr>
            <a:r>
              <a:rPr lang="en" dirty="0" smtClean="0"/>
              <a:t>Adicionar filmes a uma lista de favoritos;</a:t>
            </a: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▰"/>
            </a:pPr>
            <a:r>
              <a:rPr lang="en" dirty="0" smtClean="0"/>
              <a:t>Descrição detalhada de cada filme;</a:t>
            </a: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▰"/>
            </a:pPr>
            <a:r>
              <a:rPr lang="en" dirty="0" smtClean="0"/>
              <a:t>Histórico dos últimos filmes assitidos;</a:t>
            </a: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▰"/>
            </a:pPr>
            <a:r>
              <a:rPr lang="en" dirty="0" smtClean="0"/>
              <a:t>Ter como contatar o desenvolvedor;</a:t>
            </a: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▰"/>
            </a:pPr>
            <a:r>
              <a:rPr lang="en" dirty="0" smtClean="0"/>
              <a:t>Conseguir ver uma prévia do filme ou série no site (Trailer);</a:t>
            </a: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▰"/>
            </a:pPr>
            <a:r>
              <a:rPr lang="en" dirty="0" smtClean="0"/>
              <a:t>Extra: Função de Assinatura (mais benefícios ao usuário).</a:t>
            </a: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▰"/>
            </a:pPr>
            <a:endParaRPr lang="en" dirty="0" smtClean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▰"/>
            </a:pPr>
            <a:endParaRPr lang="en" dirty="0" smtClean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▰"/>
            </a:pPr>
            <a:endParaRPr lang="en" dirty="0" smtClean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▰"/>
            </a:pPr>
            <a:endParaRPr lang="en" dirty="0" smtClean="0"/>
          </a:p>
        </p:txBody>
      </p:sp>
      <p:sp>
        <p:nvSpPr>
          <p:cNvPr id="238" name="Google Shape;238;p16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grpSp>
        <p:nvGrpSpPr>
          <p:cNvPr id="239" name="Google Shape;239;p16"/>
          <p:cNvGrpSpPr/>
          <p:nvPr/>
        </p:nvGrpSpPr>
        <p:grpSpPr>
          <a:xfrm>
            <a:off x="282216" y="590918"/>
            <a:ext cx="369505" cy="369505"/>
            <a:chOff x="2594050" y="1631825"/>
            <a:chExt cx="439625" cy="439625"/>
          </a:xfrm>
        </p:grpSpPr>
        <p:sp>
          <p:nvSpPr>
            <p:cNvPr id="240" name="Google Shape;240;p16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6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6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6"/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225788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4"/>
          <p:cNvSpPr txBox="1">
            <a:spLocks noGrp="1"/>
          </p:cNvSpPr>
          <p:nvPr>
            <p:ph type="ctrTitle"/>
          </p:nvPr>
        </p:nvSpPr>
        <p:spPr>
          <a:xfrm>
            <a:off x="463525" y="2871148"/>
            <a:ext cx="4094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EXPLICANDO O CÓDIGO</a:t>
            </a:r>
            <a:endParaRPr dirty="0"/>
          </a:p>
        </p:txBody>
      </p:sp>
      <p:sp>
        <p:nvSpPr>
          <p:cNvPr id="222" name="Google Shape;222;p14"/>
          <p:cNvSpPr txBox="1">
            <a:spLocks noGrp="1"/>
          </p:cNvSpPr>
          <p:nvPr>
            <p:ph type="subTitle" idx="1"/>
          </p:nvPr>
        </p:nvSpPr>
        <p:spPr>
          <a:xfrm>
            <a:off x="463525" y="3975449"/>
            <a:ext cx="4094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 dirty="0" smtClean="0"/>
              <a:t>Apresentando as ideias iniciais</a:t>
            </a:r>
            <a:endParaRPr dirty="0"/>
          </a:p>
        </p:txBody>
      </p:sp>
      <p:sp>
        <p:nvSpPr>
          <p:cNvPr id="223" name="Google Shape;223;p14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224" name="Google Shape;224;p14"/>
          <p:cNvSpPr txBox="1"/>
          <p:nvPr/>
        </p:nvSpPr>
        <p:spPr>
          <a:xfrm>
            <a:off x="463525" y="0"/>
            <a:ext cx="2181600" cy="31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 b="1" dirty="0" smtClean="0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1.1</a:t>
            </a:r>
            <a:endParaRPr sz="3000" b="1" dirty="0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893626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7</a:t>
            </a:fld>
            <a:endParaRPr lang="pt-BR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058" y="945383"/>
            <a:ext cx="7613525" cy="181836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Elipse 4"/>
          <p:cNvSpPr/>
          <p:nvPr/>
        </p:nvSpPr>
        <p:spPr>
          <a:xfrm>
            <a:off x="595901" y="1602769"/>
            <a:ext cx="606175" cy="20548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595901" y="2167847"/>
            <a:ext cx="1202077" cy="29923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7" name="Conector em curva 6"/>
          <p:cNvCxnSpPr>
            <a:endCxn id="5" idx="2"/>
          </p:cNvCxnSpPr>
          <p:nvPr/>
        </p:nvCxnSpPr>
        <p:spPr>
          <a:xfrm rot="16200000" flipV="1">
            <a:off x="48803" y="2252610"/>
            <a:ext cx="1397285" cy="303087"/>
          </a:xfrm>
          <a:prstGeom prst="curvedConnector4">
            <a:avLst>
              <a:gd name="adj1" fmla="val 0"/>
              <a:gd name="adj2" fmla="val 239831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em curva 22"/>
          <p:cNvCxnSpPr>
            <a:endCxn id="6" idx="2"/>
          </p:cNvCxnSpPr>
          <p:nvPr/>
        </p:nvCxnSpPr>
        <p:spPr>
          <a:xfrm rot="16200000" flipV="1">
            <a:off x="119838" y="2793528"/>
            <a:ext cx="1103670" cy="151544"/>
          </a:xfrm>
          <a:prstGeom prst="curvedConnector4">
            <a:avLst>
              <a:gd name="adj1" fmla="val 400"/>
              <a:gd name="adj2" fmla="val 250847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/>
          <p:cNvSpPr txBox="1"/>
          <p:nvPr/>
        </p:nvSpPr>
        <p:spPr>
          <a:xfrm>
            <a:off x="898988" y="2938553"/>
            <a:ext cx="47484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i="1" dirty="0" smtClean="0"/>
              <a:t>Banco de Dados </a:t>
            </a:r>
            <a:r>
              <a:rPr lang="pt-BR" dirty="0" smtClean="0"/>
              <a:t>(com os filmes necessários do projeto).</a:t>
            </a:r>
            <a:endParaRPr lang="pt-BR" dirty="0"/>
          </a:p>
        </p:txBody>
      </p:sp>
      <p:sp>
        <p:nvSpPr>
          <p:cNvPr id="34" name="CaixaDeTexto 33"/>
          <p:cNvSpPr txBox="1"/>
          <p:nvPr/>
        </p:nvSpPr>
        <p:spPr>
          <a:xfrm>
            <a:off x="747445" y="3277600"/>
            <a:ext cx="57951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i="1" dirty="0" smtClean="0"/>
              <a:t>Projeto A3 </a:t>
            </a:r>
            <a:r>
              <a:rPr lang="pt-BR" dirty="0" smtClean="0"/>
              <a:t>(contém as ligações necessárias para o sistema funcionar).</a:t>
            </a:r>
            <a:endParaRPr lang="pt-BR" dirty="0"/>
          </a:p>
        </p:txBody>
      </p:sp>
      <p:sp>
        <p:nvSpPr>
          <p:cNvPr id="35" name="CaixaDeTexto 34"/>
          <p:cNvSpPr txBox="1"/>
          <p:nvPr/>
        </p:nvSpPr>
        <p:spPr>
          <a:xfrm>
            <a:off x="503057" y="3802040"/>
            <a:ext cx="479129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 smtClean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A princípio seria necessário fazer uma ligação com o Banco de Dados, para assim ter uma comunicação entre os filmes e as Funcionalidades do projeto</a:t>
            </a:r>
            <a:r>
              <a:rPr lang="pt-BR" b="1" dirty="0" smtClean="0"/>
              <a:t>.</a:t>
            </a:r>
            <a:endParaRPr lang="pt-BR" b="1" dirty="0"/>
          </a:p>
        </p:txBody>
      </p:sp>
      <p:cxnSp>
        <p:nvCxnSpPr>
          <p:cNvPr id="37" name="Conector reto 36"/>
          <p:cNvCxnSpPr/>
          <p:nvPr/>
        </p:nvCxnSpPr>
        <p:spPr>
          <a:xfrm>
            <a:off x="0" y="3976083"/>
            <a:ext cx="503058" cy="16"/>
          </a:xfrm>
          <a:prstGeom prst="line">
            <a:avLst/>
          </a:prstGeom>
          <a:ln w="28575">
            <a:solidFill>
              <a:schemeClr val="accent5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oogle Shape;985;p46"/>
          <p:cNvGrpSpPr/>
          <p:nvPr/>
        </p:nvGrpSpPr>
        <p:grpSpPr>
          <a:xfrm>
            <a:off x="5822861" y="3993365"/>
            <a:ext cx="534251" cy="589014"/>
            <a:chOff x="2623275" y="2333250"/>
            <a:chExt cx="381175" cy="381175"/>
          </a:xfrm>
        </p:grpSpPr>
        <p:sp>
          <p:nvSpPr>
            <p:cNvPr id="40" name="Google Shape;986;p46"/>
            <p:cNvSpPr/>
            <p:nvPr/>
          </p:nvSpPr>
          <p:spPr>
            <a:xfrm>
              <a:off x="2623275" y="2333250"/>
              <a:ext cx="381175" cy="381175"/>
            </a:xfrm>
            <a:custGeom>
              <a:avLst/>
              <a:gdLst/>
              <a:ahLst/>
              <a:cxnLst/>
              <a:rect l="l" t="t" r="r" b="b"/>
              <a:pathLst>
                <a:path w="15247" h="15247" fill="none" extrusionOk="0">
                  <a:moveTo>
                    <a:pt x="7624" y="0"/>
                  </a:moveTo>
                  <a:lnTo>
                    <a:pt x="7624" y="0"/>
                  </a:lnTo>
                  <a:lnTo>
                    <a:pt x="7234" y="0"/>
                  </a:lnTo>
                  <a:lnTo>
                    <a:pt x="6844" y="49"/>
                  </a:lnTo>
                  <a:lnTo>
                    <a:pt x="6455" y="98"/>
                  </a:lnTo>
                  <a:lnTo>
                    <a:pt x="6089" y="147"/>
                  </a:lnTo>
                  <a:lnTo>
                    <a:pt x="5724" y="244"/>
                  </a:lnTo>
                  <a:lnTo>
                    <a:pt x="5359" y="341"/>
                  </a:lnTo>
                  <a:lnTo>
                    <a:pt x="4994" y="463"/>
                  </a:lnTo>
                  <a:lnTo>
                    <a:pt x="4653" y="609"/>
                  </a:lnTo>
                  <a:lnTo>
                    <a:pt x="4312" y="755"/>
                  </a:lnTo>
                  <a:lnTo>
                    <a:pt x="3995" y="926"/>
                  </a:lnTo>
                  <a:lnTo>
                    <a:pt x="3678" y="1096"/>
                  </a:lnTo>
                  <a:lnTo>
                    <a:pt x="3362" y="1291"/>
                  </a:lnTo>
                  <a:lnTo>
                    <a:pt x="3069" y="1510"/>
                  </a:lnTo>
                  <a:lnTo>
                    <a:pt x="2777" y="1730"/>
                  </a:lnTo>
                  <a:lnTo>
                    <a:pt x="2509" y="1973"/>
                  </a:lnTo>
                  <a:lnTo>
                    <a:pt x="2241" y="2241"/>
                  </a:lnTo>
                  <a:lnTo>
                    <a:pt x="1973" y="2509"/>
                  </a:lnTo>
                  <a:lnTo>
                    <a:pt x="1730" y="2777"/>
                  </a:lnTo>
                  <a:lnTo>
                    <a:pt x="1511" y="3069"/>
                  </a:lnTo>
                  <a:lnTo>
                    <a:pt x="1292" y="3361"/>
                  </a:lnTo>
                  <a:lnTo>
                    <a:pt x="1097" y="3678"/>
                  </a:lnTo>
                  <a:lnTo>
                    <a:pt x="926" y="3995"/>
                  </a:lnTo>
                  <a:lnTo>
                    <a:pt x="756" y="4311"/>
                  </a:lnTo>
                  <a:lnTo>
                    <a:pt x="610" y="4652"/>
                  </a:lnTo>
                  <a:lnTo>
                    <a:pt x="463" y="4993"/>
                  </a:lnTo>
                  <a:lnTo>
                    <a:pt x="342" y="5358"/>
                  </a:lnTo>
                  <a:lnTo>
                    <a:pt x="244" y="5724"/>
                  </a:lnTo>
                  <a:lnTo>
                    <a:pt x="147" y="6089"/>
                  </a:lnTo>
                  <a:lnTo>
                    <a:pt x="98" y="6454"/>
                  </a:lnTo>
                  <a:lnTo>
                    <a:pt x="49" y="6844"/>
                  </a:lnTo>
                  <a:lnTo>
                    <a:pt x="1" y="7234"/>
                  </a:lnTo>
                  <a:lnTo>
                    <a:pt x="1" y="7623"/>
                  </a:lnTo>
                  <a:lnTo>
                    <a:pt x="1" y="7623"/>
                  </a:lnTo>
                  <a:lnTo>
                    <a:pt x="1" y="8013"/>
                  </a:lnTo>
                  <a:lnTo>
                    <a:pt x="49" y="8403"/>
                  </a:lnTo>
                  <a:lnTo>
                    <a:pt x="98" y="8793"/>
                  </a:lnTo>
                  <a:lnTo>
                    <a:pt x="147" y="9158"/>
                  </a:lnTo>
                  <a:lnTo>
                    <a:pt x="244" y="9523"/>
                  </a:lnTo>
                  <a:lnTo>
                    <a:pt x="342" y="9889"/>
                  </a:lnTo>
                  <a:lnTo>
                    <a:pt x="463" y="10254"/>
                  </a:lnTo>
                  <a:lnTo>
                    <a:pt x="610" y="10595"/>
                  </a:lnTo>
                  <a:lnTo>
                    <a:pt x="756" y="10936"/>
                  </a:lnTo>
                  <a:lnTo>
                    <a:pt x="926" y="11252"/>
                  </a:lnTo>
                  <a:lnTo>
                    <a:pt x="1097" y="11569"/>
                  </a:lnTo>
                  <a:lnTo>
                    <a:pt x="1292" y="11886"/>
                  </a:lnTo>
                  <a:lnTo>
                    <a:pt x="1511" y="12178"/>
                  </a:lnTo>
                  <a:lnTo>
                    <a:pt x="1730" y="12470"/>
                  </a:lnTo>
                  <a:lnTo>
                    <a:pt x="1973" y="12738"/>
                  </a:lnTo>
                  <a:lnTo>
                    <a:pt x="2241" y="13006"/>
                  </a:lnTo>
                  <a:lnTo>
                    <a:pt x="2509" y="13274"/>
                  </a:lnTo>
                  <a:lnTo>
                    <a:pt x="2777" y="13517"/>
                  </a:lnTo>
                  <a:lnTo>
                    <a:pt x="3069" y="13737"/>
                  </a:lnTo>
                  <a:lnTo>
                    <a:pt x="3362" y="13956"/>
                  </a:lnTo>
                  <a:lnTo>
                    <a:pt x="3678" y="14151"/>
                  </a:lnTo>
                  <a:lnTo>
                    <a:pt x="3995" y="14321"/>
                  </a:lnTo>
                  <a:lnTo>
                    <a:pt x="4312" y="14492"/>
                  </a:lnTo>
                  <a:lnTo>
                    <a:pt x="4653" y="14638"/>
                  </a:lnTo>
                  <a:lnTo>
                    <a:pt x="4994" y="14784"/>
                  </a:lnTo>
                  <a:lnTo>
                    <a:pt x="5359" y="14906"/>
                  </a:lnTo>
                  <a:lnTo>
                    <a:pt x="5724" y="15003"/>
                  </a:lnTo>
                  <a:lnTo>
                    <a:pt x="6089" y="15100"/>
                  </a:lnTo>
                  <a:lnTo>
                    <a:pt x="6455" y="15149"/>
                  </a:lnTo>
                  <a:lnTo>
                    <a:pt x="6844" y="15198"/>
                  </a:lnTo>
                  <a:lnTo>
                    <a:pt x="7234" y="15247"/>
                  </a:lnTo>
                  <a:lnTo>
                    <a:pt x="7624" y="15247"/>
                  </a:lnTo>
                  <a:lnTo>
                    <a:pt x="7624" y="15247"/>
                  </a:lnTo>
                  <a:lnTo>
                    <a:pt x="8014" y="15247"/>
                  </a:lnTo>
                  <a:lnTo>
                    <a:pt x="8403" y="15198"/>
                  </a:lnTo>
                  <a:lnTo>
                    <a:pt x="8793" y="15149"/>
                  </a:lnTo>
                  <a:lnTo>
                    <a:pt x="9158" y="15100"/>
                  </a:lnTo>
                  <a:lnTo>
                    <a:pt x="9524" y="15003"/>
                  </a:lnTo>
                  <a:lnTo>
                    <a:pt x="9889" y="14906"/>
                  </a:lnTo>
                  <a:lnTo>
                    <a:pt x="10254" y="14784"/>
                  </a:lnTo>
                  <a:lnTo>
                    <a:pt x="10595" y="14638"/>
                  </a:lnTo>
                  <a:lnTo>
                    <a:pt x="10936" y="14492"/>
                  </a:lnTo>
                  <a:lnTo>
                    <a:pt x="11253" y="14321"/>
                  </a:lnTo>
                  <a:lnTo>
                    <a:pt x="11569" y="14151"/>
                  </a:lnTo>
                  <a:lnTo>
                    <a:pt x="11886" y="13956"/>
                  </a:lnTo>
                  <a:lnTo>
                    <a:pt x="12178" y="13737"/>
                  </a:lnTo>
                  <a:lnTo>
                    <a:pt x="12470" y="13517"/>
                  </a:lnTo>
                  <a:lnTo>
                    <a:pt x="12738" y="13274"/>
                  </a:lnTo>
                  <a:lnTo>
                    <a:pt x="13006" y="13006"/>
                  </a:lnTo>
                  <a:lnTo>
                    <a:pt x="13274" y="12738"/>
                  </a:lnTo>
                  <a:lnTo>
                    <a:pt x="13518" y="12470"/>
                  </a:lnTo>
                  <a:lnTo>
                    <a:pt x="13737" y="12178"/>
                  </a:lnTo>
                  <a:lnTo>
                    <a:pt x="13956" y="11886"/>
                  </a:lnTo>
                  <a:lnTo>
                    <a:pt x="14151" y="11569"/>
                  </a:lnTo>
                  <a:lnTo>
                    <a:pt x="14321" y="11252"/>
                  </a:lnTo>
                  <a:lnTo>
                    <a:pt x="14492" y="10936"/>
                  </a:lnTo>
                  <a:lnTo>
                    <a:pt x="14638" y="10595"/>
                  </a:lnTo>
                  <a:lnTo>
                    <a:pt x="14784" y="10254"/>
                  </a:lnTo>
                  <a:lnTo>
                    <a:pt x="14906" y="9889"/>
                  </a:lnTo>
                  <a:lnTo>
                    <a:pt x="15003" y="9523"/>
                  </a:lnTo>
                  <a:lnTo>
                    <a:pt x="15101" y="9158"/>
                  </a:lnTo>
                  <a:lnTo>
                    <a:pt x="15150" y="8793"/>
                  </a:lnTo>
                  <a:lnTo>
                    <a:pt x="15198" y="8403"/>
                  </a:lnTo>
                  <a:lnTo>
                    <a:pt x="15247" y="8013"/>
                  </a:lnTo>
                  <a:lnTo>
                    <a:pt x="15247" y="7623"/>
                  </a:lnTo>
                  <a:lnTo>
                    <a:pt x="15247" y="7623"/>
                  </a:lnTo>
                  <a:lnTo>
                    <a:pt x="15247" y="7234"/>
                  </a:lnTo>
                  <a:lnTo>
                    <a:pt x="15198" y="6844"/>
                  </a:lnTo>
                  <a:lnTo>
                    <a:pt x="15150" y="6454"/>
                  </a:lnTo>
                  <a:lnTo>
                    <a:pt x="15101" y="6089"/>
                  </a:lnTo>
                  <a:lnTo>
                    <a:pt x="15003" y="5724"/>
                  </a:lnTo>
                  <a:lnTo>
                    <a:pt x="14906" y="5358"/>
                  </a:lnTo>
                  <a:lnTo>
                    <a:pt x="14784" y="4993"/>
                  </a:lnTo>
                  <a:lnTo>
                    <a:pt x="14638" y="4652"/>
                  </a:lnTo>
                  <a:lnTo>
                    <a:pt x="14492" y="4311"/>
                  </a:lnTo>
                  <a:lnTo>
                    <a:pt x="14321" y="3995"/>
                  </a:lnTo>
                  <a:lnTo>
                    <a:pt x="14151" y="3678"/>
                  </a:lnTo>
                  <a:lnTo>
                    <a:pt x="13956" y="3361"/>
                  </a:lnTo>
                  <a:lnTo>
                    <a:pt x="13737" y="3069"/>
                  </a:lnTo>
                  <a:lnTo>
                    <a:pt x="13518" y="2777"/>
                  </a:lnTo>
                  <a:lnTo>
                    <a:pt x="13274" y="2509"/>
                  </a:lnTo>
                  <a:lnTo>
                    <a:pt x="13006" y="2241"/>
                  </a:lnTo>
                  <a:lnTo>
                    <a:pt x="12738" y="1973"/>
                  </a:lnTo>
                  <a:lnTo>
                    <a:pt x="12470" y="1730"/>
                  </a:lnTo>
                  <a:lnTo>
                    <a:pt x="12178" y="1510"/>
                  </a:lnTo>
                  <a:lnTo>
                    <a:pt x="11886" y="1291"/>
                  </a:lnTo>
                  <a:lnTo>
                    <a:pt x="11569" y="1096"/>
                  </a:lnTo>
                  <a:lnTo>
                    <a:pt x="11253" y="926"/>
                  </a:lnTo>
                  <a:lnTo>
                    <a:pt x="10936" y="755"/>
                  </a:lnTo>
                  <a:lnTo>
                    <a:pt x="10595" y="609"/>
                  </a:lnTo>
                  <a:lnTo>
                    <a:pt x="10254" y="463"/>
                  </a:lnTo>
                  <a:lnTo>
                    <a:pt x="9889" y="341"/>
                  </a:lnTo>
                  <a:lnTo>
                    <a:pt x="9524" y="244"/>
                  </a:lnTo>
                  <a:lnTo>
                    <a:pt x="9158" y="147"/>
                  </a:lnTo>
                  <a:lnTo>
                    <a:pt x="8793" y="98"/>
                  </a:lnTo>
                  <a:lnTo>
                    <a:pt x="8403" y="49"/>
                  </a:lnTo>
                  <a:lnTo>
                    <a:pt x="8014" y="0"/>
                  </a:lnTo>
                  <a:lnTo>
                    <a:pt x="7624" y="0"/>
                  </a:lnTo>
                  <a:lnTo>
                    <a:pt x="7624" y="0"/>
                  </a:lnTo>
                </a:path>
              </a:pathLst>
            </a:custGeom>
            <a:noFill/>
            <a:ln w="12175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987;p46"/>
            <p:cNvSpPr/>
            <p:nvPr/>
          </p:nvSpPr>
          <p:spPr>
            <a:xfrm>
              <a:off x="2869875" y="2503125"/>
              <a:ext cx="43875" cy="47525"/>
            </a:xfrm>
            <a:custGeom>
              <a:avLst/>
              <a:gdLst/>
              <a:ahLst/>
              <a:cxnLst/>
              <a:rect l="l" t="t" r="r" b="b"/>
              <a:pathLst>
                <a:path w="1755" h="1901" fill="none" extrusionOk="0">
                  <a:moveTo>
                    <a:pt x="877" y="0"/>
                  </a:moveTo>
                  <a:lnTo>
                    <a:pt x="877" y="0"/>
                  </a:lnTo>
                  <a:lnTo>
                    <a:pt x="1048" y="25"/>
                  </a:lnTo>
                  <a:lnTo>
                    <a:pt x="1218" y="73"/>
                  </a:lnTo>
                  <a:lnTo>
                    <a:pt x="1364" y="171"/>
                  </a:lnTo>
                  <a:lnTo>
                    <a:pt x="1510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0" y="1632"/>
                  </a:lnTo>
                  <a:lnTo>
                    <a:pt x="1364" y="1730"/>
                  </a:lnTo>
                  <a:lnTo>
                    <a:pt x="1218" y="1827"/>
                  </a:lnTo>
                  <a:lnTo>
                    <a:pt x="1048" y="1876"/>
                  </a:lnTo>
                  <a:lnTo>
                    <a:pt x="877" y="1900"/>
                  </a:lnTo>
                  <a:lnTo>
                    <a:pt x="877" y="1900"/>
                  </a:lnTo>
                  <a:lnTo>
                    <a:pt x="707" y="1876"/>
                  </a:lnTo>
                  <a:lnTo>
                    <a:pt x="536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0" y="950"/>
                  </a:lnTo>
                  <a:lnTo>
                    <a:pt x="0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6" y="73"/>
                  </a:lnTo>
                  <a:lnTo>
                    <a:pt x="707" y="25"/>
                  </a:lnTo>
                  <a:lnTo>
                    <a:pt x="877" y="0"/>
                  </a:lnTo>
                  <a:lnTo>
                    <a:pt x="877" y="0"/>
                  </a:lnTo>
                </a:path>
              </a:pathLst>
            </a:custGeom>
            <a:noFill/>
            <a:ln w="12175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988;p46"/>
            <p:cNvSpPr/>
            <p:nvPr/>
          </p:nvSpPr>
          <p:spPr>
            <a:xfrm>
              <a:off x="2714000" y="2503125"/>
              <a:ext cx="43875" cy="47525"/>
            </a:xfrm>
            <a:custGeom>
              <a:avLst/>
              <a:gdLst/>
              <a:ahLst/>
              <a:cxnLst/>
              <a:rect l="l" t="t" r="r" b="b"/>
              <a:pathLst>
                <a:path w="1755" h="1901" fill="none" extrusionOk="0">
                  <a:moveTo>
                    <a:pt x="877" y="1900"/>
                  </a:moveTo>
                  <a:lnTo>
                    <a:pt x="877" y="1900"/>
                  </a:lnTo>
                  <a:lnTo>
                    <a:pt x="707" y="1876"/>
                  </a:lnTo>
                  <a:lnTo>
                    <a:pt x="536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6" y="73"/>
                  </a:lnTo>
                  <a:lnTo>
                    <a:pt x="707" y="25"/>
                  </a:lnTo>
                  <a:lnTo>
                    <a:pt x="877" y="0"/>
                  </a:lnTo>
                  <a:lnTo>
                    <a:pt x="877" y="0"/>
                  </a:lnTo>
                  <a:lnTo>
                    <a:pt x="1048" y="25"/>
                  </a:lnTo>
                  <a:lnTo>
                    <a:pt x="1218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8" y="1827"/>
                  </a:lnTo>
                  <a:lnTo>
                    <a:pt x="1048" y="1876"/>
                  </a:lnTo>
                  <a:lnTo>
                    <a:pt x="877" y="1900"/>
                  </a:lnTo>
                  <a:lnTo>
                    <a:pt x="877" y="1900"/>
                  </a:lnTo>
                </a:path>
              </a:pathLst>
            </a:custGeom>
            <a:noFill/>
            <a:ln w="12175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989;p46"/>
            <p:cNvSpPr/>
            <p:nvPr/>
          </p:nvSpPr>
          <p:spPr>
            <a:xfrm>
              <a:off x="2810200" y="2595675"/>
              <a:ext cx="99875" cy="31075"/>
            </a:xfrm>
            <a:custGeom>
              <a:avLst/>
              <a:gdLst/>
              <a:ahLst/>
              <a:cxnLst/>
              <a:rect l="l" t="t" r="r" b="b"/>
              <a:pathLst>
                <a:path w="3995" h="1243" fill="none" extrusionOk="0">
                  <a:moveTo>
                    <a:pt x="1" y="1242"/>
                  </a:moveTo>
                  <a:lnTo>
                    <a:pt x="3995" y="0"/>
                  </a:lnTo>
                </a:path>
              </a:pathLst>
            </a:custGeom>
            <a:noFill/>
            <a:ln w="12175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" name="CaixaDeTexto 43"/>
          <p:cNvSpPr txBox="1"/>
          <p:nvPr/>
        </p:nvSpPr>
        <p:spPr>
          <a:xfrm rot="716622">
            <a:off x="6957723" y="3582648"/>
            <a:ext cx="3472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 smtClean="0"/>
              <a:t>?</a:t>
            </a:r>
            <a:endParaRPr lang="pt-BR" sz="3600" dirty="0"/>
          </a:p>
        </p:txBody>
      </p:sp>
      <p:sp>
        <p:nvSpPr>
          <p:cNvPr id="45" name="CaixaDeTexto 44"/>
          <p:cNvSpPr txBox="1"/>
          <p:nvPr/>
        </p:nvSpPr>
        <p:spPr>
          <a:xfrm rot="21182080" flipH="1">
            <a:off x="6640467" y="3582646"/>
            <a:ext cx="3885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 smtClean="0"/>
              <a:t>?</a:t>
            </a:r>
            <a:endParaRPr lang="pt-BR" sz="3600" dirty="0"/>
          </a:p>
        </p:txBody>
      </p:sp>
      <p:grpSp>
        <p:nvGrpSpPr>
          <p:cNvPr id="46" name="Google Shape;1000;p46"/>
          <p:cNvGrpSpPr/>
          <p:nvPr/>
        </p:nvGrpSpPr>
        <p:grpSpPr>
          <a:xfrm rot="20997293">
            <a:off x="5624515" y="4439300"/>
            <a:ext cx="429479" cy="370968"/>
            <a:chOff x="5972700" y="2330200"/>
            <a:chExt cx="411625" cy="387275"/>
          </a:xfrm>
          <a:solidFill>
            <a:schemeClr val="accent2"/>
          </a:solidFill>
        </p:grpSpPr>
        <p:sp>
          <p:nvSpPr>
            <p:cNvPr id="47" name="Google Shape;1001;p46"/>
            <p:cNvSpPr/>
            <p:nvPr/>
          </p:nvSpPr>
          <p:spPr>
            <a:xfrm>
              <a:off x="5972700" y="2476950"/>
              <a:ext cx="98050" cy="219825"/>
            </a:xfrm>
            <a:custGeom>
              <a:avLst/>
              <a:gdLst/>
              <a:ahLst/>
              <a:cxnLst/>
              <a:rect l="l" t="t" r="r" b="b"/>
              <a:pathLst>
                <a:path w="3922" h="8793" fill="none" extrusionOk="0">
                  <a:moveTo>
                    <a:pt x="0" y="0"/>
                  </a:moveTo>
                  <a:lnTo>
                    <a:pt x="0" y="8792"/>
                  </a:lnTo>
                  <a:lnTo>
                    <a:pt x="3921" y="8792"/>
                  </a:lnTo>
                  <a:lnTo>
                    <a:pt x="3921" y="0"/>
                  </a:lnTo>
                  <a:lnTo>
                    <a:pt x="0" y="0"/>
                  </a:lnTo>
                  <a:close/>
                  <a:moveTo>
                    <a:pt x="2411" y="2411"/>
                  </a:moveTo>
                  <a:lnTo>
                    <a:pt x="2411" y="2411"/>
                  </a:lnTo>
                  <a:lnTo>
                    <a:pt x="2265" y="2387"/>
                  </a:lnTo>
                  <a:lnTo>
                    <a:pt x="2143" y="2363"/>
                  </a:lnTo>
                  <a:lnTo>
                    <a:pt x="2022" y="2290"/>
                  </a:lnTo>
                  <a:lnTo>
                    <a:pt x="1924" y="2216"/>
                  </a:lnTo>
                  <a:lnTo>
                    <a:pt x="1827" y="2095"/>
                  </a:lnTo>
                  <a:lnTo>
                    <a:pt x="1754" y="1973"/>
                  </a:lnTo>
                  <a:lnTo>
                    <a:pt x="1729" y="1851"/>
                  </a:lnTo>
                  <a:lnTo>
                    <a:pt x="1705" y="1705"/>
                  </a:lnTo>
                  <a:lnTo>
                    <a:pt x="1705" y="1705"/>
                  </a:lnTo>
                  <a:lnTo>
                    <a:pt x="1729" y="1559"/>
                  </a:lnTo>
                  <a:lnTo>
                    <a:pt x="1754" y="1437"/>
                  </a:lnTo>
                  <a:lnTo>
                    <a:pt x="1827" y="1315"/>
                  </a:lnTo>
                  <a:lnTo>
                    <a:pt x="1924" y="1218"/>
                  </a:lnTo>
                  <a:lnTo>
                    <a:pt x="2022" y="1120"/>
                  </a:lnTo>
                  <a:lnTo>
                    <a:pt x="2143" y="1072"/>
                  </a:lnTo>
                  <a:lnTo>
                    <a:pt x="2265" y="1023"/>
                  </a:lnTo>
                  <a:lnTo>
                    <a:pt x="2411" y="999"/>
                  </a:lnTo>
                  <a:lnTo>
                    <a:pt x="2411" y="999"/>
                  </a:lnTo>
                  <a:lnTo>
                    <a:pt x="2557" y="1023"/>
                  </a:lnTo>
                  <a:lnTo>
                    <a:pt x="2679" y="1072"/>
                  </a:lnTo>
                  <a:lnTo>
                    <a:pt x="2801" y="1120"/>
                  </a:lnTo>
                  <a:lnTo>
                    <a:pt x="2898" y="1218"/>
                  </a:lnTo>
                  <a:lnTo>
                    <a:pt x="2996" y="1315"/>
                  </a:lnTo>
                  <a:lnTo>
                    <a:pt x="3069" y="1437"/>
                  </a:lnTo>
                  <a:lnTo>
                    <a:pt x="3093" y="1559"/>
                  </a:lnTo>
                  <a:lnTo>
                    <a:pt x="3118" y="1705"/>
                  </a:lnTo>
                  <a:lnTo>
                    <a:pt x="3118" y="1705"/>
                  </a:lnTo>
                  <a:lnTo>
                    <a:pt x="3093" y="1851"/>
                  </a:lnTo>
                  <a:lnTo>
                    <a:pt x="3069" y="1973"/>
                  </a:lnTo>
                  <a:lnTo>
                    <a:pt x="2996" y="2095"/>
                  </a:lnTo>
                  <a:lnTo>
                    <a:pt x="2898" y="2216"/>
                  </a:lnTo>
                  <a:lnTo>
                    <a:pt x="2801" y="2290"/>
                  </a:lnTo>
                  <a:lnTo>
                    <a:pt x="2679" y="2363"/>
                  </a:lnTo>
                  <a:lnTo>
                    <a:pt x="2557" y="2387"/>
                  </a:lnTo>
                  <a:lnTo>
                    <a:pt x="2411" y="2411"/>
                  </a:lnTo>
                  <a:lnTo>
                    <a:pt x="2411" y="2411"/>
                  </a:lnTo>
                  <a:close/>
                </a:path>
              </a:pathLst>
            </a:custGeom>
            <a:grpFill/>
            <a:ln w="12175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002;p46"/>
            <p:cNvSpPr/>
            <p:nvPr/>
          </p:nvSpPr>
          <p:spPr>
            <a:xfrm>
              <a:off x="6078025" y="2330200"/>
              <a:ext cx="306300" cy="387275"/>
            </a:xfrm>
            <a:custGeom>
              <a:avLst/>
              <a:gdLst/>
              <a:ahLst/>
              <a:cxnLst/>
              <a:rect l="l" t="t" r="r" b="b"/>
              <a:pathLst>
                <a:path w="12252" h="15491" fill="none" extrusionOk="0">
                  <a:moveTo>
                    <a:pt x="1" y="13396"/>
                  </a:moveTo>
                  <a:lnTo>
                    <a:pt x="1511" y="13396"/>
                  </a:lnTo>
                  <a:lnTo>
                    <a:pt x="1511" y="13396"/>
                  </a:lnTo>
                  <a:lnTo>
                    <a:pt x="1998" y="13639"/>
                  </a:lnTo>
                  <a:lnTo>
                    <a:pt x="2680" y="13932"/>
                  </a:lnTo>
                  <a:lnTo>
                    <a:pt x="3556" y="14273"/>
                  </a:lnTo>
                  <a:lnTo>
                    <a:pt x="4531" y="14638"/>
                  </a:lnTo>
                  <a:lnTo>
                    <a:pt x="5578" y="14955"/>
                  </a:lnTo>
                  <a:lnTo>
                    <a:pt x="6114" y="15101"/>
                  </a:lnTo>
                  <a:lnTo>
                    <a:pt x="6650" y="15222"/>
                  </a:lnTo>
                  <a:lnTo>
                    <a:pt x="7161" y="15344"/>
                  </a:lnTo>
                  <a:lnTo>
                    <a:pt x="7672" y="15417"/>
                  </a:lnTo>
                  <a:lnTo>
                    <a:pt x="8135" y="15466"/>
                  </a:lnTo>
                  <a:lnTo>
                    <a:pt x="8598" y="15490"/>
                  </a:lnTo>
                  <a:lnTo>
                    <a:pt x="8598" y="15490"/>
                  </a:lnTo>
                  <a:lnTo>
                    <a:pt x="9377" y="15490"/>
                  </a:lnTo>
                  <a:lnTo>
                    <a:pt x="9791" y="15466"/>
                  </a:lnTo>
                  <a:lnTo>
                    <a:pt x="10181" y="15417"/>
                  </a:lnTo>
                  <a:lnTo>
                    <a:pt x="10522" y="15320"/>
                  </a:lnTo>
                  <a:lnTo>
                    <a:pt x="10692" y="15271"/>
                  </a:lnTo>
                  <a:lnTo>
                    <a:pt x="10814" y="15222"/>
                  </a:lnTo>
                  <a:lnTo>
                    <a:pt x="10936" y="15149"/>
                  </a:lnTo>
                  <a:lnTo>
                    <a:pt x="11033" y="15052"/>
                  </a:lnTo>
                  <a:lnTo>
                    <a:pt x="11082" y="14955"/>
                  </a:lnTo>
                  <a:lnTo>
                    <a:pt x="11131" y="14833"/>
                  </a:lnTo>
                  <a:lnTo>
                    <a:pt x="11204" y="14126"/>
                  </a:lnTo>
                  <a:lnTo>
                    <a:pt x="11204" y="14126"/>
                  </a:lnTo>
                  <a:lnTo>
                    <a:pt x="11180" y="13956"/>
                  </a:lnTo>
                  <a:lnTo>
                    <a:pt x="11131" y="13810"/>
                  </a:lnTo>
                  <a:lnTo>
                    <a:pt x="11033" y="13664"/>
                  </a:lnTo>
                  <a:lnTo>
                    <a:pt x="10887" y="13542"/>
                  </a:lnTo>
                  <a:lnTo>
                    <a:pt x="10887" y="13542"/>
                  </a:lnTo>
                  <a:lnTo>
                    <a:pt x="11009" y="13518"/>
                  </a:lnTo>
                  <a:lnTo>
                    <a:pt x="11131" y="13469"/>
                  </a:lnTo>
                  <a:lnTo>
                    <a:pt x="11253" y="13420"/>
                  </a:lnTo>
                  <a:lnTo>
                    <a:pt x="11350" y="13323"/>
                  </a:lnTo>
                  <a:lnTo>
                    <a:pt x="11423" y="13225"/>
                  </a:lnTo>
                  <a:lnTo>
                    <a:pt x="11496" y="13104"/>
                  </a:lnTo>
                  <a:lnTo>
                    <a:pt x="11545" y="12957"/>
                  </a:lnTo>
                  <a:lnTo>
                    <a:pt x="11569" y="12836"/>
                  </a:lnTo>
                  <a:lnTo>
                    <a:pt x="11642" y="11959"/>
                  </a:lnTo>
                  <a:lnTo>
                    <a:pt x="11642" y="11959"/>
                  </a:lnTo>
                  <a:lnTo>
                    <a:pt x="11642" y="11837"/>
                  </a:lnTo>
                  <a:lnTo>
                    <a:pt x="11642" y="11740"/>
                  </a:lnTo>
                  <a:lnTo>
                    <a:pt x="11618" y="11618"/>
                  </a:lnTo>
                  <a:lnTo>
                    <a:pt x="11569" y="11521"/>
                  </a:lnTo>
                  <a:lnTo>
                    <a:pt x="11447" y="11350"/>
                  </a:lnTo>
                  <a:lnTo>
                    <a:pt x="11374" y="11277"/>
                  </a:lnTo>
                  <a:lnTo>
                    <a:pt x="11301" y="11204"/>
                  </a:lnTo>
                  <a:lnTo>
                    <a:pt x="11301" y="11204"/>
                  </a:lnTo>
                  <a:lnTo>
                    <a:pt x="11423" y="11180"/>
                  </a:lnTo>
                  <a:lnTo>
                    <a:pt x="11521" y="11131"/>
                  </a:lnTo>
                  <a:lnTo>
                    <a:pt x="11618" y="11058"/>
                  </a:lnTo>
                  <a:lnTo>
                    <a:pt x="11715" y="10960"/>
                  </a:lnTo>
                  <a:lnTo>
                    <a:pt x="11788" y="10863"/>
                  </a:lnTo>
                  <a:lnTo>
                    <a:pt x="11837" y="10766"/>
                  </a:lnTo>
                  <a:lnTo>
                    <a:pt x="11886" y="10644"/>
                  </a:lnTo>
                  <a:lnTo>
                    <a:pt x="11910" y="10498"/>
                  </a:lnTo>
                  <a:lnTo>
                    <a:pt x="11983" y="9645"/>
                  </a:lnTo>
                  <a:lnTo>
                    <a:pt x="11983" y="9645"/>
                  </a:lnTo>
                  <a:lnTo>
                    <a:pt x="11983" y="9523"/>
                  </a:lnTo>
                  <a:lnTo>
                    <a:pt x="11983" y="9402"/>
                  </a:lnTo>
                  <a:lnTo>
                    <a:pt x="11959" y="9280"/>
                  </a:lnTo>
                  <a:lnTo>
                    <a:pt x="11910" y="9182"/>
                  </a:lnTo>
                  <a:lnTo>
                    <a:pt x="11861" y="9085"/>
                  </a:lnTo>
                  <a:lnTo>
                    <a:pt x="11788" y="9012"/>
                  </a:lnTo>
                  <a:lnTo>
                    <a:pt x="11715" y="8939"/>
                  </a:lnTo>
                  <a:lnTo>
                    <a:pt x="11618" y="8866"/>
                  </a:lnTo>
                  <a:lnTo>
                    <a:pt x="11618" y="8866"/>
                  </a:lnTo>
                  <a:lnTo>
                    <a:pt x="11715" y="8841"/>
                  </a:lnTo>
                  <a:lnTo>
                    <a:pt x="11813" y="8768"/>
                  </a:lnTo>
                  <a:lnTo>
                    <a:pt x="11910" y="8695"/>
                  </a:lnTo>
                  <a:lnTo>
                    <a:pt x="11983" y="8622"/>
                  </a:lnTo>
                  <a:lnTo>
                    <a:pt x="12056" y="8525"/>
                  </a:lnTo>
                  <a:lnTo>
                    <a:pt x="12105" y="8427"/>
                  </a:lnTo>
                  <a:lnTo>
                    <a:pt x="12129" y="8306"/>
                  </a:lnTo>
                  <a:lnTo>
                    <a:pt x="12154" y="8184"/>
                  </a:lnTo>
                  <a:lnTo>
                    <a:pt x="12251" y="7307"/>
                  </a:lnTo>
                  <a:lnTo>
                    <a:pt x="12251" y="7307"/>
                  </a:lnTo>
                  <a:lnTo>
                    <a:pt x="12227" y="7185"/>
                  </a:lnTo>
                  <a:lnTo>
                    <a:pt x="12202" y="7064"/>
                  </a:lnTo>
                  <a:lnTo>
                    <a:pt x="12154" y="6966"/>
                  </a:lnTo>
                  <a:lnTo>
                    <a:pt x="12105" y="6869"/>
                  </a:lnTo>
                  <a:lnTo>
                    <a:pt x="12032" y="6771"/>
                  </a:lnTo>
                  <a:lnTo>
                    <a:pt x="11935" y="6698"/>
                  </a:lnTo>
                  <a:lnTo>
                    <a:pt x="11715" y="6552"/>
                  </a:lnTo>
                  <a:lnTo>
                    <a:pt x="11472" y="6430"/>
                  </a:lnTo>
                  <a:lnTo>
                    <a:pt x="11180" y="6333"/>
                  </a:lnTo>
                  <a:lnTo>
                    <a:pt x="10863" y="6260"/>
                  </a:lnTo>
                  <a:lnTo>
                    <a:pt x="10546" y="6211"/>
                  </a:lnTo>
                  <a:lnTo>
                    <a:pt x="10546" y="6211"/>
                  </a:lnTo>
                  <a:lnTo>
                    <a:pt x="9864" y="6114"/>
                  </a:lnTo>
                  <a:lnTo>
                    <a:pt x="8817" y="6016"/>
                  </a:lnTo>
                  <a:lnTo>
                    <a:pt x="7575" y="5943"/>
                  </a:lnTo>
                  <a:lnTo>
                    <a:pt x="6309" y="5870"/>
                  </a:lnTo>
                  <a:lnTo>
                    <a:pt x="6309" y="5870"/>
                  </a:lnTo>
                  <a:lnTo>
                    <a:pt x="6479" y="5578"/>
                  </a:lnTo>
                  <a:lnTo>
                    <a:pt x="6625" y="5237"/>
                  </a:lnTo>
                  <a:lnTo>
                    <a:pt x="6771" y="4872"/>
                  </a:lnTo>
                  <a:lnTo>
                    <a:pt x="6869" y="4482"/>
                  </a:lnTo>
                  <a:lnTo>
                    <a:pt x="6966" y="4092"/>
                  </a:lnTo>
                  <a:lnTo>
                    <a:pt x="7064" y="3678"/>
                  </a:lnTo>
                  <a:lnTo>
                    <a:pt x="7161" y="2875"/>
                  </a:lnTo>
                  <a:lnTo>
                    <a:pt x="7234" y="2144"/>
                  </a:lnTo>
                  <a:lnTo>
                    <a:pt x="7283" y="1535"/>
                  </a:lnTo>
                  <a:lnTo>
                    <a:pt x="7283" y="975"/>
                  </a:lnTo>
                  <a:lnTo>
                    <a:pt x="7283" y="975"/>
                  </a:lnTo>
                  <a:lnTo>
                    <a:pt x="7283" y="804"/>
                  </a:lnTo>
                  <a:lnTo>
                    <a:pt x="7210" y="609"/>
                  </a:lnTo>
                  <a:lnTo>
                    <a:pt x="7137" y="463"/>
                  </a:lnTo>
                  <a:lnTo>
                    <a:pt x="7015" y="317"/>
                  </a:lnTo>
                  <a:lnTo>
                    <a:pt x="6869" y="171"/>
                  </a:lnTo>
                  <a:lnTo>
                    <a:pt x="6698" y="98"/>
                  </a:lnTo>
                  <a:lnTo>
                    <a:pt x="6503" y="25"/>
                  </a:lnTo>
                  <a:lnTo>
                    <a:pt x="6309" y="1"/>
                  </a:lnTo>
                  <a:lnTo>
                    <a:pt x="6309" y="1"/>
                  </a:lnTo>
                  <a:lnTo>
                    <a:pt x="5943" y="25"/>
                  </a:lnTo>
                  <a:lnTo>
                    <a:pt x="5700" y="74"/>
                  </a:lnTo>
                  <a:lnTo>
                    <a:pt x="5505" y="147"/>
                  </a:lnTo>
                  <a:lnTo>
                    <a:pt x="5359" y="220"/>
                  </a:lnTo>
                  <a:lnTo>
                    <a:pt x="5359" y="220"/>
                  </a:lnTo>
                  <a:lnTo>
                    <a:pt x="4969" y="1462"/>
                  </a:lnTo>
                  <a:lnTo>
                    <a:pt x="4774" y="2022"/>
                  </a:lnTo>
                  <a:lnTo>
                    <a:pt x="4579" y="2534"/>
                  </a:lnTo>
                  <a:lnTo>
                    <a:pt x="4385" y="2996"/>
                  </a:lnTo>
                  <a:lnTo>
                    <a:pt x="4190" y="3386"/>
                  </a:lnTo>
                  <a:lnTo>
                    <a:pt x="4019" y="3678"/>
                  </a:lnTo>
                  <a:lnTo>
                    <a:pt x="3873" y="3922"/>
                  </a:lnTo>
                  <a:lnTo>
                    <a:pt x="3873" y="3922"/>
                  </a:lnTo>
                  <a:lnTo>
                    <a:pt x="3654" y="4141"/>
                  </a:lnTo>
                  <a:lnTo>
                    <a:pt x="3313" y="4482"/>
                  </a:lnTo>
                  <a:lnTo>
                    <a:pt x="2509" y="5237"/>
                  </a:lnTo>
                  <a:lnTo>
                    <a:pt x="1438" y="6211"/>
                  </a:lnTo>
                  <a:lnTo>
                    <a:pt x="1" y="6211"/>
                  </a:lnTo>
                </a:path>
              </a:pathLst>
            </a:custGeom>
            <a:grpFill/>
            <a:ln w="12175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" name="Google Shape;907;p46"/>
          <p:cNvSpPr/>
          <p:nvPr/>
        </p:nvSpPr>
        <p:spPr>
          <a:xfrm>
            <a:off x="6464584" y="3585377"/>
            <a:ext cx="1153416" cy="640873"/>
          </a:xfrm>
          <a:custGeom>
            <a:avLst/>
            <a:gdLst/>
            <a:ahLst/>
            <a:cxnLst/>
            <a:rect l="l" t="t" r="r" b="b"/>
            <a:pathLst>
              <a:path w="16173" h="14711" fill="none" extrusionOk="0">
                <a:moveTo>
                  <a:pt x="8087" y="1"/>
                </a:moveTo>
                <a:lnTo>
                  <a:pt x="8087" y="1"/>
                </a:lnTo>
                <a:lnTo>
                  <a:pt x="7672" y="1"/>
                </a:lnTo>
                <a:lnTo>
                  <a:pt x="7258" y="25"/>
                </a:lnTo>
                <a:lnTo>
                  <a:pt x="6844" y="74"/>
                </a:lnTo>
                <a:lnTo>
                  <a:pt x="6455" y="122"/>
                </a:lnTo>
                <a:lnTo>
                  <a:pt x="6065" y="195"/>
                </a:lnTo>
                <a:lnTo>
                  <a:pt x="5675" y="293"/>
                </a:lnTo>
                <a:lnTo>
                  <a:pt x="5310" y="415"/>
                </a:lnTo>
                <a:lnTo>
                  <a:pt x="4945" y="536"/>
                </a:lnTo>
                <a:lnTo>
                  <a:pt x="4579" y="658"/>
                </a:lnTo>
                <a:lnTo>
                  <a:pt x="4238" y="829"/>
                </a:lnTo>
                <a:lnTo>
                  <a:pt x="3897" y="975"/>
                </a:lnTo>
                <a:lnTo>
                  <a:pt x="3557" y="1170"/>
                </a:lnTo>
                <a:lnTo>
                  <a:pt x="3240" y="1364"/>
                </a:lnTo>
                <a:lnTo>
                  <a:pt x="2948" y="1559"/>
                </a:lnTo>
                <a:lnTo>
                  <a:pt x="2655" y="1778"/>
                </a:lnTo>
                <a:lnTo>
                  <a:pt x="2363" y="1998"/>
                </a:lnTo>
                <a:lnTo>
                  <a:pt x="2095" y="2241"/>
                </a:lnTo>
                <a:lnTo>
                  <a:pt x="1852" y="2485"/>
                </a:lnTo>
                <a:lnTo>
                  <a:pt x="1608" y="2753"/>
                </a:lnTo>
                <a:lnTo>
                  <a:pt x="1389" y="3021"/>
                </a:lnTo>
                <a:lnTo>
                  <a:pt x="1170" y="3288"/>
                </a:lnTo>
                <a:lnTo>
                  <a:pt x="975" y="3581"/>
                </a:lnTo>
                <a:lnTo>
                  <a:pt x="804" y="3873"/>
                </a:lnTo>
                <a:lnTo>
                  <a:pt x="634" y="4190"/>
                </a:lnTo>
                <a:lnTo>
                  <a:pt x="488" y="4506"/>
                </a:lnTo>
                <a:lnTo>
                  <a:pt x="366" y="4823"/>
                </a:lnTo>
                <a:lnTo>
                  <a:pt x="244" y="5139"/>
                </a:lnTo>
                <a:lnTo>
                  <a:pt x="171" y="5480"/>
                </a:lnTo>
                <a:lnTo>
                  <a:pt x="98" y="5821"/>
                </a:lnTo>
                <a:lnTo>
                  <a:pt x="49" y="6162"/>
                </a:lnTo>
                <a:lnTo>
                  <a:pt x="1" y="6503"/>
                </a:lnTo>
                <a:lnTo>
                  <a:pt x="1" y="6869"/>
                </a:lnTo>
                <a:lnTo>
                  <a:pt x="1" y="6869"/>
                </a:lnTo>
                <a:lnTo>
                  <a:pt x="1" y="7234"/>
                </a:lnTo>
                <a:lnTo>
                  <a:pt x="49" y="7624"/>
                </a:lnTo>
                <a:lnTo>
                  <a:pt x="98" y="7989"/>
                </a:lnTo>
                <a:lnTo>
                  <a:pt x="196" y="8330"/>
                </a:lnTo>
                <a:lnTo>
                  <a:pt x="293" y="8695"/>
                </a:lnTo>
                <a:lnTo>
                  <a:pt x="415" y="9036"/>
                </a:lnTo>
                <a:lnTo>
                  <a:pt x="561" y="9377"/>
                </a:lnTo>
                <a:lnTo>
                  <a:pt x="731" y="9718"/>
                </a:lnTo>
                <a:lnTo>
                  <a:pt x="902" y="10035"/>
                </a:lnTo>
                <a:lnTo>
                  <a:pt x="1097" y="10327"/>
                </a:lnTo>
                <a:lnTo>
                  <a:pt x="1340" y="10644"/>
                </a:lnTo>
                <a:lnTo>
                  <a:pt x="1559" y="10936"/>
                </a:lnTo>
                <a:lnTo>
                  <a:pt x="1827" y="11204"/>
                </a:lnTo>
                <a:lnTo>
                  <a:pt x="2095" y="11472"/>
                </a:lnTo>
                <a:lnTo>
                  <a:pt x="2387" y="11740"/>
                </a:lnTo>
                <a:lnTo>
                  <a:pt x="2680" y="11983"/>
                </a:lnTo>
                <a:lnTo>
                  <a:pt x="2680" y="11983"/>
                </a:lnTo>
                <a:lnTo>
                  <a:pt x="2485" y="12349"/>
                </a:lnTo>
                <a:lnTo>
                  <a:pt x="2266" y="12714"/>
                </a:lnTo>
                <a:lnTo>
                  <a:pt x="2022" y="13104"/>
                </a:lnTo>
                <a:lnTo>
                  <a:pt x="1706" y="13469"/>
                </a:lnTo>
                <a:lnTo>
                  <a:pt x="1365" y="13834"/>
                </a:lnTo>
                <a:lnTo>
                  <a:pt x="1170" y="14005"/>
                </a:lnTo>
                <a:lnTo>
                  <a:pt x="951" y="14151"/>
                </a:lnTo>
                <a:lnTo>
                  <a:pt x="731" y="14297"/>
                </a:lnTo>
                <a:lnTo>
                  <a:pt x="512" y="14443"/>
                </a:lnTo>
                <a:lnTo>
                  <a:pt x="269" y="14540"/>
                </a:lnTo>
                <a:lnTo>
                  <a:pt x="1" y="14662"/>
                </a:lnTo>
                <a:lnTo>
                  <a:pt x="1" y="14662"/>
                </a:lnTo>
                <a:lnTo>
                  <a:pt x="122" y="14662"/>
                </a:lnTo>
                <a:lnTo>
                  <a:pt x="488" y="14711"/>
                </a:lnTo>
                <a:lnTo>
                  <a:pt x="1024" y="14711"/>
                </a:lnTo>
                <a:lnTo>
                  <a:pt x="1365" y="14711"/>
                </a:lnTo>
                <a:lnTo>
                  <a:pt x="1706" y="14687"/>
                </a:lnTo>
                <a:lnTo>
                  <a:pt x="2095" y="14614"/>
                </a:lnTo>
                <a:lnTo>
                  <a:pt x="2485" y="14540"/>
                </a:lnTo>
                <a:lnTo>
                  <a:pt x="2899" y="14419"/>
                </a:lnTo>
                <a:lnTo>
                  <a:pt x="3313" y="14273"/>
                </a:lnTo>
                <a:lnTo>
                  <a:pt x="3751" y="14078"/>
                </a:lnTo>
                <a:lnTo>
                  <a:pt x="4165" y="13834"/>
                </a:lnTo>
                <a:lnTo>
                  <a:pt x="4579" y="13566"/>
                </a:lnTo>
                <a:lnTo>
                  <a:pt x="4969" y="13201"/>
                </a:lnTo>
                <a:lnTo>
                  <a:pt x="4969" y="13201"/>
                </a:lnTo>
                <a:lnTo>
                  <a:pt x="5334" y="13323"/>
                </a:lnTo>
                <a:lnTo>
                  <a:pt x="5700" y="13444"/>
                </a:lnTo>
                <a:lnTo>
                  <a:pt x="6089" y="13518"/>
                </a:lnTo>
                <a:lnTo>
                  <a:pt x="6479" y="13591"/>
                </a:lnTo>
                <a:lnTo>
                  <a:pt x="6869" y="13664"/>
                </a:lnTo>
                <a:lnTo>
                  <a:pt x="7258" y="13712"/>
                </a:lnTo>
                <a:lnTo>
                  <a:pt x="7672" y="13737"/>
                </a:lnTo>
                <a:lnTo>
                  <a:pt x="8087" y="13737"/>
                </a:lnTo>
                <a:lnTo>
                  <a:pt x="8087" y="13737"/>
                </a:lnTo>
                <a:lnTo>
                  <a:pt x="8501" y="13737"/>
                </a:lnTo>
                <a:lnTo>
                  <a:pt x="8915" y="13712"/>
                </a:lnTo>
                <a:lnTo>
                  <a:pt x="9329" y="13664"/>
                </a:lnTo>
                <a:lnTo>
                  <a:pt x="9718" y="13591"/>
                </a:lnTo>
                <a:lnTo>
                  <a:pt x="10108" y="13518"/>
                </a:lnTo>
                <a:lnTo>
                  <a:pt x="10498" y="13420"/>
                </a:lnTo>
                <a:lnTo>
                  <a:pt x="10863" y="13323"/>
                </a:lnTo>
                <a:lnTo>
                  <a:pt x="11228" y="13201"/>
                </a:lnTo>
                <a:lnTo>
                  <a:pt x="11594" y="13055"/>
                </a:lnTo>
                <a:lnTo>
                  <a:pt x="11935" y="12909"/>
                </a:lnTo>
                <a:lnTo>
                  <a:pt x="12276" y="12738"/>
                </a:lnTo>
                <a:lnTo>
                  <a:pt x="12617" y="12568"/>
                </a:lnTo>
                <a:lnTo>
                  <a:pt x="12933" y="12373"/>
                </a:lnTo>
                <a:lnTo>
                  <a:pt x="13225" y="12178"/>
                </a:lnTo>
                <a:lnTo>
                  <a:pt x="13518" y="11959"/>
                </a:lnTo>
                <a:lnTo>
                  <a:pt x="13810" y="11715"/>
                </a:lnTo>
                <a:lnTo>
                  <a:pt x="14078" y="11496"/>
                </a:lnTo>
                <a:lnTo>
                  <a:pt x="14321" y="11228"/>
                </a:lnTo>
                <a:lnTo>
                  <a:pt x="14565" y="10985"/>
                </a:lnTo>
                <a:lnTo>
                  <a:pt x="14784" y="10717"/>
                </a:lnTo>
                <a:lnTo>
                  <a:pt x="15003" y="10424"/>
                </a:lnTo>
                <a:lnTo>
                  <a:pt x="15198" y="10132"/>
                </a:lnTo>
                <a:lnTo>
                  <a:pt x="15369" y="9840"/>
                </a:lnTo>
                <a:lnTo>
                  <a:pt x="15539" y="9548"/>
                </a:lnTo>
                <a:lnTo>
                  <a:pt x="15685" y="9231"/>
                </a:lnTo>
                <a:lnTo>
                  <a:pt x="15807" y="8914"/>
                </a:lnTo>
                <a:lnTo>
                  <a:pt x="15929" y="8574"/>
                </a:lnTo>
                <a:lnTo>
                  <a:pt x="16002" y="8257"/>
                </a:lnTo>
                <a:lnTo>
                  <a:pt x="16075" y="7916"/>
                </a:lnTo>
                <a:lnTo>
                  <a:pt x="16124" y="7575"/>
                </a:lnTo>
                <a:lnTo>
                  <a:pt x="16172" y="7210"/>
                </a:lnTo>
                <a:lnTo>
                  <a:pt x="16172" y="6869"/>
                </a:lnTo>
                <a:lnTo>
                  <a:pt x="16172" y="6869"/>
                </a:lnTo>
                <a:lnTo>
                  <a:pt x="16172" y="6503"/>
                </a:lnTo>
                <a:lnTo>
                  <a:pt x="16124" y="6162"/>
                </a:lnTo>
                <a:lnTo>
                  <a:pt x="16075" y="5821"/>
                </a:lnTo>
                <a:lnTo>
                  <a:pt x="16002" y="5480"/>
                </a:lnTo>
                <a:lnTo>
                  <a:pt x="15929" y="5139"/>
                </a:lnTo>
                <a:lnTo>
                  <a:pt x="15807" y="4823"/>
                </a:lnTo>
                <a:lnTo>
                  <a:pt x="15685" y="4506"/>
                </a:lnTo>
                <a:lnTo>
                  <a:pt x="15539" y="4190"/>
                </a:lnTo>
                <a:lnTo>
                  <a:pt x="15369" y="3873"/>
                </a:lnTo>
                <a:lnTo>
                  <a:pt x="15198" y="3581"/>
                </a:lnTo>
                <a:lnTo>
                  <a:pt x="15003" y="3288"/>
                </a:lnTo>
                <a:lnTo>
                  <a:pt x="14784" y="3021"/>
                </a:lnTo>
                <a:lnTo>
                  <a:pt x="14565" y="2753"/>
                </a:lnTo>
                <a:lnTo>
                  <a:pt x="14321" y="2485"/>
                </a:lnTo>
                <a:lnTo>
                  <a:pt x="14078" y="2241"/>
                </a:lnTo>
                <a:lnTo>
                  <a:pt x="13810" y="1998"/>
                </a:lnTo>
                <a:lnTo>
                  <a:pt x="13518" y="1778"/>
                </a:lnTo>
                <a:lnTo>
                  <a:pt x="13225" y="1559"/>
                </a:lnTo>
                <a:lnTo>
                  <a:pt x="12933" y="1364"/>
                </a:lnTo>
                <a:lnTo>
                  <a:pt x="12617" y="1170"/>
                </a:lnTo>
                <a:lnTo>
                  <a:pt x="12276" y="975"/>
                </a:lnTo>
                <a:lnTo>
                  <a:pt x="11935" y="829"/>
                </a:lnTo>
                <a:lnTo>
                  <a:pt x="11594" y="658"/>
                </a:lnTo>
                <a:lnTo>
                  <a:pt x="11228" y="536"/>
                </a:lnTo>
                <a:lnTo>
                  <a:pt x="10863" y="415"/>
                </a:lnTo>
                <a:lnTo>
                  <a:pt x="10498" y="293"/>
                </a:lnTo>
                <a:lnTo>
                  <a:pt x="10108" y="195"/>
                </a:lnTo>
                <a:lnTo>
                  <a:pt x="9718" y="122"/>
                </a:lnTo>
                <a:lnTo>
                  <a:pt x="9329" y="74"/>
                </a:lnTo>
                <a:lnTo>
                  <a:pt x="8915" y="25"/>
                </a:lnTo>
                <a:lnTo>
                  <a:pt x="8501" y="1"/>
                </a:lnTo>
                <a:lnTo>
                  <a:pt x="8087" y="1"/>
                </a:lnTo>
                <a:lnTo>
                  <a:pt x="8087" y="1"/>
                </a:lnTo>
                <a:close/>
              </a:path>
            </a:pathLst>
          </a:custGeom>
          <a:noFill/>
          <a:ln w="121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2888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057" y="929086"/>
            <a:ext cx="8054780" cy="162856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Espaço Reservado para Número de Slide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8</a:t>
            </a:fld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821524" y="1790977"/>
            <a:ext cx="1684962" cy="32442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898987" y="2218300"/>
            <a:ext cx="1202077" cy="29923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7" name="Conector em curva 6"/>
          <p:cNvCxnSpPr>
            <a:stCxn id="33" idx="1"/>
            <a:endCxn id="5" idx="2"/>
          </p:cNvCxnSpPr>
          <p:nvPr/>
        </p:nvCxnSpPr>
        <p:spPr>
          <a:xfrm rot="10800000">
            <a:off x="821524" y="1953188"/>
            <a:ext cx="77464" cy="1139254"/>
          </a:xfrm>
          <a:prstGeom prst="curvedConnector3">
            <a:avLst>
              <a:gd name="adj1" fmla="val 395105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em curva 22"/>
          <p:cNvCxnSpPr>
            <a:stCxn id="34" idx="1"/>
            <a:endCxn id="6" idx="2"/>
          </p:cNvCxnSpPr>
          <p:nvPr/>
        </p:nvCxnSpPr>
        <p:spPr>
          <a:xfrm rot="10800000" flipH="1">
            <a:off x="747445" y="2367919"/>
            <a:ext cx="151542" cy="1063571"/>
          </a:xfrm>
          <a:prstGeom prst="curvedConnector3">
            <a:avLst>
              <a:gd name="adj1" fmla="val -150849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/>
          <p:cNvSpPr txBox="1"/>
          <p:nvPr/>
        </p:nvSpPr>
        <p:spPr>
          <a:xfrm>
            <a:off x="898988" y="2938553"/>
            <a:ext cx="66992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i="1" dirty="0" smtClean="0"/>
              <a:t>Menu de Filmes </a:t>
            </a:r>
            <a:r>
              <a:rPr lang="pt-BR" dirty="0" smtClean="0"/>
              <a:t>(da acesso para os filmes e contém as funcionalidades básicas).</a:t>
            </a:r>
            <a:endParaRPr lang="pt-BR" dirty="0"/>
          </a:p>
        </p:txBody>
      </p:sp>
      <p:sp>
        <p:nvSpPr>
          <p:cNvPr id="34" name="CaixaDeTexto 33"/>
          <p:cNvSpPr txBox="1"/>
          <p:nvPr/>
        </p:nvSpPr>
        <p:spPr>
          <a:xfrm>
            <a:off x="747445" y="3277600"/>
            <a:ext cx="56156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i="1" dirty="0" smtClean="0"/>
              <a:t>Servidor </a:t>
            </a:r>
            <a:r>
              <a:rPr lang="pt-BR" dirty="0" smtClean="0"/>
              <a:t>(tem a função de estabelecer uma conexão com o cliente).</a:t>
            </a:r>
            <a:endParaRPr lang="pt-BR" dirty="0"/>
          </a:p>
        </p:txBody>
      </p:sp>
      <p:sp>
        <p:nvSpPr>
          <p:cNvPr id="35" name="CaixaDeTexto 34"/>
          <p:cNvSpPr txBox="1"/>
          <p:nvPr/>
        </p:nvSpPr>
        <p:spPr>
          <a:xfrm>
            <a:off x="503057" y="3802040"/>
            <a:ext cx="496313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 smtClean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Após o Servidor ter estabelecido uma ligação com o Cliente, faltava estabelecer uma ligação das Funcionalidades com o Cliente e o servidor, estava complexo estabelecer essa ligação.</a:t>
            </a:r>
            <a:endParaRPr lang="pt-BR" b="1" dirty="0"/>
          </a:p>
        </p:txBody>
      </p:sp>
      <p:cxnSp>
        <p:nvCxnSpPr>
          <p:cNvPr id="37" name="Conector reto 36"/>
          <p:cNvCxnSpPr/>
          <p:nvPr/>
        </p:nvCxnSpPr>
        <p:spPr>
          <a:xfrm>
            <a:off x="0" y="3976083"/>
            <a:ext cx="503058" cy="16"/>
          </a:xfrm>
          <a:prstGeom prst="line">
            <a:avLst/>
          </a:prstGeom>
          <a:ln w="28575">
            <a:solidFill>
              <a:schemeClr val="accent5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CaixaDeTexto 43"/>
          <p:cNvSpPr txBox="1"/>
          <p:nvPr/>
        </p:nvSpPr>
        <p:spPr>
          <a:xfrm rot="394456">
            <a:off x="7234904" y="3603129"/>
            <a:ext cx="3472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 smtClean="0"/>
              <a:t>?</a:t>
            </a:r>
            <a:endParaRPr lang="pt-BR" sz="3600" dirty="0"/>
          </a:p>
        </p:txBody>
      </p:sp>
      <p:cxnSp>
        <p:nvCxnSpPr>
          <p:cNvPr id="36" name="Conector em curva 35"/>
          <p:cNvCxnSpPr>
            <a:stCxn id="6" idx="6"/>
          </p:cNvCxnSpPr>
          <p:nvPr/>
        </p:nvCxnSpPr>
        <p:spPr>
          <a:xfrm flipH="1" flipV="1">
            <a:off x="1859622" y="1494341"/>
            <a:ext cx="241442" cy="873577"/>
          </a:xfrm>
          <a:prstGeom prst="curvedConnector4">
            <a:avLst>
              <a:gd name="adj1" fmla="val -243618"/>
              <a:gd name="adj2" fmla="val 107959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Google Shape;907;p46"/>
          <p:cNvSpPr/>
          <p:nvPr/>
        </p:nvSpPr>
        <p:spPr>
          <a:xfrm>
            <a:off x="6658112" y="3605860"/>
            <a:ext cx="1153416" cy="640873"/>
          </a:xfrm>
          <a:custGeom>
            <a:avLst/>
            <a:gdLst/>
            <a:ahLst/>
            <a:cxnLst/>
            <a:rect l="l" t="t" r="r" b="b"/>
            <a:pathLst>
              <a:path w="16173" h="14711" fill="none" extrusionOk="0">
                <a:moveTo>
                  <a:pt x="8087" y="1"/>
                </a:moveTo>
                <a:lnTo>
                  <a:pt x="8087" y="1"/>
                </a:lnTo>
                <a:lnTo>
                  <a:pt x="7672" y="1"/>
                </a:lnTo>
                <a:lnTo>
                  <a:pt x="7258" y="25"/>
                </a:lnTo>
                <a:lnTo>
                  <a:pt x="6844" y="74"/>
                </a:lnTo>
                <a:lnTo>
                  <a:pt x="6455" y="122"/>
                </a:lnTo>
                <a:lnTo>
                  <a:pt x="6065" y="195"/>
                </a:lnTo>
                <a:lnTo>
                  <a:pt x="5675" y="293"/>
                </a:lnTo>
                <a:lnTo>
                  <a:pt x="5310" y="415"/>
                </a:lnTo>
                <a:lnTo>
                  <a:pt x="4945" y="536"/>
                </a:lnTo>
                <a:lnTo>
                  <a:pt x="4579" y="658"/>
                </a:lnTo>
                <a:lnTo>
                  <a:pt x="4238" y="829"/>
                </a:lnTo>
                <a:lnTo>
                  <a:pt x="3897" y="975"/>
                </a:lnTo>
                <a:lnTo>
                  <a:pt x="3557" y="1170"/>
                </a:lnTo>
                <a:lnTo>
                  <a:pt x="3240" y="1364"/>
                </a:lnTo>
                <a:lnTo>
                  <a:pt x="2948" y="1559"/>
                </a:lnTo>
                <a:lnTo>
                  <a:pt x="2655" y="1778"/>
                </a:lnTo>
                <a:lnTo>
                  <a:pt x="2363" y="1998"/>
                </a:lnTo>
                <a:lnTo>
                  <a:pt x="2095" y="2241"/>
                </a:lnTo>
                <a:lnTo>
                  <a:pt x="1852" y="2485"/>
                </a:lnTo>
                <a:lnTo>
                  <a:pt x="1608" y="2753"/>
                </a:lnTo>
                <a:lnTo>
                  <a:pt x="1389" y="3021"/>
                </a:lnTo>
                <a:lnTo>
                  <a:pt x="1170" y="3288"/>
                </a:lnTo>
                <a:lnTo>
                  <a:pt x="975" y="3581"/>
                </a:lnTo>
                <a:lnTo>
                  <a:pt x="804" y="3873"/>
                </a:lnTo>
                <a:lnTo>
                  <a:pt x="634" y="4190"/>
                </a:lnTo>
                <a:lnTo>
                  <a:pt x="488" y="4506"/>
                </a:lnTo>
                <a:lnTo>
                  <a:pt x="366" y="4823"/>
                </a:lnTo>
                <a:lnTo>
                  <a:pt x="244" y="5139"/>
                </a:lnTo>
                <a:lnTo>
                  <a:pt x="171" y="5480"/>
                </a:lnTo>
                <a:lnTo>
                  <a:pt x="98" y="5821"/>
                </a:lnTo>
                <a:lnTo>
                  <a:pt x="49" y="6162"/>
                </a:lnTo>
                <a:lnTo>
                  <a:pt x="1" y="6503"/>
                </a:lnTo>
                <a:lnTo>
                  <a:pt x="1" y="6869"/>
                </a:lnTo>
                <a:lnTo>
                  <a:pt x="1" y="6869"/>
                </a:lnTo>
                <a:lnTo>
                  <a:pt x="1" y="7234"/>
                </a:lnTo>
                <a:lnTo>
                  <a:pt x="49" y="7624"/>
                </a:lnTo>
                <a:lnTo>
                  <a:pt x="98" y="7989"/>
                </a:lnTo>
                <a:lnTo>
                  <a:pt x="196" y="8330"/>
                </a:lnTo>
                <a:lnTo>
                  <a:pt x="293" y="8695"/>
                </a:lnTo>
                <a:lnTo>
                  <a:pt x="415" y="9036"/>
                </a:lnTo>
                <a:lnTo>
                  <a:pt x="561" y="9377"/>
                </a:lnTo>
                <a:lnTo>
                  <a:pt x="731" y="9718"/>
                </a:lnTo>
                <a:lnTo>
                  <a:pt x="902" y="10035"/>
                </a:lnTo>
                <a:lnTo>
                  <a:pt x="1097" y="10327"/>
                </a:lnTo>
                <a:lnTo>
                  <a:pt x="1340" y="10644"/>
                </a:lnTo>
                <a:lnTo>
                  <a:pt x="1559" y="10936"/>
                </a:lnTo>
                <a:lnTo>
                  <a:pt x="1827" y="11204"/>
                </a:lnTo>
                <a:lnTo>
                  <a:pt x="2095" y="11472"/>
                </a:lnTo>
                <a:lnTo>
                  <a:pt x="2387" y="11740"/>
                </a:lnTo>
                <a:lnTo>
                  <a:pt x="2680" y="11983"/>
                </a:lnTo>
                <a:lnTo>
                  <a:pt x="2680" y="11983"/>
                </a:lnTo>
                <a:lnTo>
                  <a:pt x="2485" y="12349"/>
                </a:lnTo>
                <a:lnTo>
                  <a:pt x="2266" y="12714"/>
                </a:lnTo>
                <a:lnTo>
                  <a:pt x="2022" y="13104"/>
                </a:lnTo>
                <a:lnTo>
                  <a:pt x="1706" y="13469"/>
                </a:lnTo>
                <a:lnTo>
                  <a:pt x="1365" y="13834"/>
                </a:lnTo>
                <a:lnTo>
                  <a:pt x="1170" y="14005"/>
                </a:lnTo>
                <a:lnTo>
                  <a:pt x="951" y="14151"/>
                </a:lnTo>
                <a:lnTo>
                  <a:pt x="731" y="14297"/>
                </a:lnTo>
                <a:lnTo>
                  <a:pt x="512" y="14443"/>
                </a:lnTo>
                <a:lnTo>
                  <a:pt x="269" y="14540"/>
                </a:lnTo>
                <a:lnTo>
                  <a:pt x="1" y="14662"/>
                </a:lnTo>
                <a:lnTo>
                  <a:pt x="1" y="14662"/>
                </a:lnTo>
                <a:lnTo>
                  <a:pt x="122" y="14662"/>
                </a:lnTo>
                <a:lnTo>
                  <a:pt x="488" y="14711"/>
                </a:lnTo>
                <a:lnTo>
                  <a:pt x="1024" y="14711"/>
                </a:lnTo>
                <a:lnTo>
                  <a:pt x="1365" y="14711"/>
                </a:lnTo>
                <a:lnTo>
                  <a:pt x="1706" y="14687"/>
                </a:lnTo>
                <a:lnTo>
                  <a:pt x="2095" y="14614"/>
                </a:lnTo>
                <a:lnTo>
                  <a:pt x="2485" y="14540"/>
                </a:lnTo>
                <a:lnTo>
                  <a:pt x="2899" y="14419"/>
                </a:lnTo>
                <a:lnTo>
                  <a:pt x="3313" y="14273"/>
                </a:lnTo>
                <a:lnTo>
                  <a:pt x="3751" y="14078"/>
                </a:lnTo>
                <a:lnTo>
                  <a:pt x="4165" y="13834"/>
                </a:lnTo>
                <a:lnTo>
                  <a:pt x="4579" y="13566"/>
                </a:lnTo>
                <a:lnTo>
                  <a:pt x="4969" y="13201"/>
                </a:lnTo>
                <a:lnTo>
                  <a:pt x="4969" y="13201"/>
                </a:lnTo>
                <a:lnTo>
                  <a:pt x="5334" y="13323"/>
                </a:lnTo>
                <a:lnTo>
                  <a:pt x="5700" y="13444"/>
                </a:lnTo>
                <a:lnTo>
                  <a:pt x="6089" y="13518"/>
                </a:lnTo>
                <a:lnTo>
                  <a:pt x="6479" y="13591"/>
                </a:lnTo>
                <a:lnTo>
                  <a:pt x="6869" y="13664"/>
                </a:lnTo>
                <a:lnTo>
                  <a:pt x="7258" y="13712"/>
                </a:lnTo>
                <a:lnTo>
                  <a:pt x="7672" y="13737"/>
                </a:lnTo>
                <a:lnTo>
                  <a:pt x="8087" y="13737"/>
                </a:lnTo>
                <a:lnTo>
                  <a:pt x="8087" y="13737"/>
                </a:lnTo>
                <a:lnTo>
                  <a:pt x="8501" y="13737"/>
                </a:lnTo>
                <a:lnTo>
                  <a:pt x="8915" y="13712"/>
                </a:lnTo>
                <a:lnTo>
                  <a:pt x="9329" y="13664"/>
                </a:lnTo>
                <a:lnTo>
                  <a:pt x="9718" y="13591"/>
                </a:lnTo>
                <a:lnTo>
                  <a:pt x="10108" y="13518"/>
                </a:lnTo>
                <a:lnTo>
                  <a:pt x="10498" y="13420"/>
                </a:lnTo>
                <a:lnTo>
                  <a:pt x="10863" y="13323"/>
                </a:lnTo>
                <a:lnTo>
                  <a:pt x="11228" y="13201"/>
                </a:lnTo>
                <a:lnTo>
                  <a:pt x="11594" y="13055"/>
                </a:lnTo>
                <a:lnTo>
                  <a:pt x="11935" y="12909"/>
                </a:lnTo>
                <a:lnTo>
                  <a:pt x="12276" y="12738"/>
                </a:lnTo>
                <a:lnTo>
                  <a:pt x="12617" y="12568"/>
                </a:lnTo>
                <a:lnTo>
                  <a:pt x="12933" y="12373"/>
                </a:lnTo>
                <a:lnTo>
                  <a:pt x="13225" y="12178"/>
                </a:lnTo>
                <a:lnTo>
                  <a:pt x="13518" y="11959"/>
                </a:lnTo>
                <a:lnTo>
                  <a:pt x="13810" y="11715"/>
                </a:lnTo>
                <a:lnTo>
                  <a:pt x="14078" y="11496"/>
                </a:lnTo>
                <a:lnTo>
                  <a:pt x="14321" y="11228"/>
                </a:lnTo>
                <a:lnTo>
                  <a:pt x="14565" y="10985"/>
                </a:lnTo>
                <a:lnTo>
                  <a:pt x="14784" y="10717"/>
                </a:lnTo>
                <a:lnTo>
                  <a:pt x="15003" y="10424"/>
                </a:lnTo>
                <a:lnTo>
                  <a:pt x="15198" y="10132"/>
                </a:lnTo>
                <a:lnTo>
                  <a:pt x="15369" y="9840"/>
                </a:lnTo>
                <a:lnTo>
                  <a:pt x="15539" y="9548"/>
                </a:lnTo>
                <a:lnTo>
                  <a:pt x="15685" y="9231"/>
                </a:lnTo>
                <a:lnTo>
                  <a:pt x="15807" y="8914"/>
                </a:lnTo>
                <a:lnTo>
                  <a:pt x="15929" y="8574"/>
                </a:lnTo>
                <a:lnTo>
                  <a:pt x="16002" y="8257"/>
                </a:lnTo>
                <a:lnTo>
                  <a:pt x="16075" y="7916"/>
                </a:lnTo>
                <a:lnTo>
                  <a:pt x="16124" y="7575"/>
                </a:lnTo>
                <a:lnTo>
                  <a:pt x="16172" y="7210"/>
                </a:lnTo>
                <a:lnTo>
                  <a:pt x="16172" y="6869"/>
                </a:lnTo>
                <a:lnTo>
                  <a:pt x="16172" y="6869"/>
                </a:lnTo>
                <a:lnTo>
                  <a:pt x="16172" y="6503"/>
                </a:lnTo>
                <a:lnTo>
                  <a:pt x="16124" y="6162"/>
                </a:lnTo>
                <a:lnTo>
                  <a:pt x="16075" y="5821"/>
                </a:lnTo>
                <a:lnTo>
                  <a:pt x="16002" y="5480"/>
                </a:lnTo>
                <a:lnTo>
                  <a:pt x="15929" y="5139"/>
                </a:lnTo>
                <a:lnTo>
                  <a:pt x="15807" y="4823"/>
                </a:lnTo>
                <a:lnTo>
                  <a:pt x="15685" y="4506"/>
                </a:lnTo>
                <a:lnTo>
                  <a:pt x="15539" y="4190"/>
                </a:lnTo>
                <a:lnTo>
                  <a:pt x="15369" y="3873"/>
                </a:lnTo>
                <a:lnTo>
                  <a:pt x="15198" y="3581"/>
                </a:lnTo>
                <a:lnTo>
                  <a:pt x="15003" y="3288"/>
                </a:lnTo>
                <a:lnTo>
                  <a:pt x="14784" y="3021"/>
                </a:lnTo>
                <a:lnTo>
                  <a:pt x="14565" y="2753"/>
                </a:lnTo>
                <a:lnTo>
                  <a:pt x="14321" y="2485"/>
                </a:lnTo>
                <a:lnTo>
                  <a:pt x="14078" y="2241"/>
                </a:lnTo>
                <a:lnTo>
                  <a:pt x="13810" y="1998"/>
                </a:lnTo>
                <a:lnTo>
                  <a:pt x="13518" y="1778"/>
                </a:lnTo>
                <a:lnTo>
                  <a:pt x="13225" y="1559"/>
                </a:lnTo>
                <a:lnTo>
                  <a:pt x="12933" y="1364"/>
                </a:lnTo>
                <a:lnTo>
                  <a:pt x="12617" y="1170"/>
                </a:lnTo>
                <a:lnTo>
                  <a:pt x="12276" y="975"/>
                </a:lnTo>
                <a:lnTo>
                  <a:pt x="11935" y="829"/>
                </a:lnTo>
                <a:lnTo>
                  <a:pt x="11594" y="658"/>
                </a:lnTo>
                <a:lnTo>
                  <a:pt x="11228" y="536"/>
                </a:lnTo>
                <a:lnTo>
                  <a:pt x="10863" y="415"/>
                </a:lnTo>
                <a:lnTo>
                  <a:pt x="10498" y="293"/>
                </a:lnTo>
                <a:lnTo>
                  <a:pt x="10108" y="195"/>
                </a:lnTo>
                <a:lnTo>
                  <a:pt x="9718" y="122"/>
                </a:lnTo>
                <a:lnTo>
                  <a:pt x="9329" y="74"/>
                </a:lnTo>
                <a:lnTo>
                  <a:pt x="8915" y="25"/>
                </a:lnTo>
                <a:lnTo>
                  <a:pt x="8501" y="1"/>
                </a:lnTo>
                <a:lnTo>
                  <a:pt x="8087" y="1"/>
                </a:lnTo>
                <a:lnTo>
                  <a:pt x="8087" y="1"/>
                </a:lnTo>
                <a:close/>
              </a:path>
            </a:pathLst>
          </a:custGeom>
          <a:noFill/>
          <a:ln w="121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7" name="Google Shape;985;p46"/>
          <p:cNvGrpSpPr/>
          <p:nvPr/>
        </p:nvGrpSpPr>
        <p:grpSpPr>
          <a:xfrm>
            <a:off x="6016389" y="4013848"/>
            <a:ext cx="534251" cy="589014"/>
            <a:chOff x="2623275" y="2333250"/>
            <a:chExt cx="381175" cy="381175"/>
          </a:xfrm>
        </p:grpSpPr>
        <p:sp>
          <p:nvSpPr>
            <p:cNvPr id="68" name="Google Shape;986;p46"/>
            <p:cNvSpPr/>
            <p:nvPr/>
          </p:nvSpPr>
          <p:spPr>
            <a:xfrm>
              <a:off x="2623275" y="2333250"/>
              <a:ext cx="381175" cy="381175"/>
            </a:xfrm>
            <a:custGeom>
              <a:avLst/>
              <a:gdLst/>
              <a:ahLst/>
              <a:cxnLst/>
              <a:rect l="l" t="t" r="r" b="b"/>
              <a:pathLst>
                <a:path w="15247" h="15247" fill="none" extrusionOk="0">
                  <a:moveTo>
                    <a:pt x="7624" y="0"/>
                  </a:moveTo>
                  <a:lnTo>
                    <a:pt x="7624" y="0"/>
                  </a:lnTo>
                  <a:lnTo>
                    <a:pt x="7234" y="0"/>
                  </a:lnTo>
                  <a:lnTo>
                    <a:pt x="6844" y="49"/>
                  </a:lnTo>
                  <a:lnTo>
                    <a:pt x="6455" y="98"/>
                  </a:lnTo>
                  <a:lnTo>
                    <a:pt x="6089" y="147"/>
                  </a:lnTo>
                  <a:lnTo>
                    <a:pt x="5724" y="244"/>
                  </a:lnTo>
                  <a:lnTo>
                    <a:pt x="5359" y="341"/>
                  </a:lnTo>
                  <a:lnTo>
                    <a:pt x="4994" y="463"/>
                  </a:lnTo>
                  <a:lnTo>
                    <a:pt x="4653" y="609"/>
                  </a:lnTo>
                  <a:lnTo>
                    <a:pt x="4312" y="755"/>
                  </a:lnTo>
                  <a:lnTo>
                    <a:pt x="3995" y="926"/>
                  </a:lnTo>
                  <a:lnTo>
                    <a:pt x="3678" y="1096"/>
                  </a:lnTo>
                  <a:lnTo>
                    <a:pt x="3362" y="1291"/>
                  </a:lnTo>
                  <a:lnTo>
                    <a:pt x="3069" y="1510"/>
                  </a:lnTo>
                  <a:lnTo>
                    <a:pt x="2777" y="1730"/>
                  </a:lnTo>
                  <a:lnTo>
                    <a:pt x="2509" y="1973"/>
                  </a:lnTo>
                  <a:lnTo>
                    <a:pt x="2241" y="2241"/>
                  </a:lnTo>
                  <a:lnTo>
                    <a:pt x="1973" y="2509"/>
                  </a:lnTo>
                  <a:lnTo>
                    <a:pt x="1730" y="2777"/>
                  </a:lnTo>
                  <a:lnTo>
                    <a:pt x="1511" y="3069"/>
                  </a:lnTo>
                  <a:lnTo>
                    <a:pt x="1292" y="3361"/>
                  </a:lnTo>
                  <a:lnTo>
                    <a:pt x="1097" y="3678"/>
                  </a:lnTo>
                  <a:lnTo>
                    <a:pt x="926" y="3995"/>
                  </a:lnTo>
                  <a:lnTo>
                    <a:pt x="756" y="4311"/>
                  </a:lnTo>
                  <a:lnTo>
                    <a:pt x="610" y="4652"/>
                  </a:lnTo>
                  <a:lnTo>
                    <a:pt x="463" y="4993"/>
                  </a:lnTo>
                  <a:lnTo>
                    <a:pt x="342" y="5358"/>
                  </a:lnTo>
                  <a:lnTo>
                    <a:pt x="244" y="5724"/>
                  </a:lnTo>
                  <a:lnTo>
                    <a:pt x="147" y="6089"/>
                  </a:lnTo>
                  <a:lnTo>
                    <a:pt x="98" y="6454"/>
                  </a:lnTo>
                  <a:lnTo>
                    <a:pt x="49" y="6844"/>
                  </a:lnTo>
                  <a:lnTo>
                    <a:pt x="1" y="7234"/>
                  </a:lnTo>
                  <a:lnTo>
                    <a:pt x="1" y="7623"/>
                  </a:lnTo>
                  <a:lnTo>
                    <a:pt x="1" y="7623"/>
                  </a:lnTo>
                  <a:lnTo>
                    <a:pt x="1" y="8013"/>
                  </a:lnTo>
                  <a:lnTo>
                    <a:pt x="49" y="8403"/>
                  </a:lnTo>
                  <a:lnTo>
                    <a:pt x="98" y="8793"/>
                  </a:lnTo>
                  <a:lnTo>
                    <a:pt x="147" y="9158"/>
                  </a:lnTo>
                  <a:lnTo>
                    <a:pt x="244" y="9523"/>
                  </a:lnTo>
                  <a:lnTo>
                    <a:pt x="342" y="9889"/>
                  </a:lnTo>
                  <a:lnTo>
                    <a:pt x="463" y="10254"/>
                  </a:lnTo>
                  <a:lnTo>
                    <a:pt x="610" y="10595"/>
                  </a:lnTo>
                  <a:lnTo>
                    <a:pt x="756" y="10936"/>
                  </a:lnTo>
                  <a:lnTo>
                    <a:pt x="926" y="11252"/>
                  </a:lnTo>
                  <a:lnTo>
                    <a:pt x="1097" y="11569"/>
                  </a:lnTo>
                  <a:lnTo>
                    <a:pt x="1292" y="11886"/>
                  </a:lnTo>
                  <a:lnTo>
                    <a:pt x="1511" y="12178"/>
                  </a:lnTo>
                  <a:lnTo>
                    <a:pt x="1730" y="12470"/>
                  </a:lnTo>
                  <a:lnTo>
                    <a:pt x="1973" y="12738"/>
                  </a:lnTo>
                  <a:lnTo>
                    <a:pt x="2241" y="13006"/>
                  </a:lnTo>
                  <a:lnTo>
                    <a:pt x="2509" y="13274"/>
                  </a:lnTo>
                  <a:lnTo>
                    <a:pt x="2777" y="13517"/>
                  </a:lnTo>
                  <a:lnTo>
                    <a:pt x="3069" y="13737"/>
                  </a:lnTo>
                  <a:lnTo>
                    <a:pt x="3362" y="13956"/>
                  </a:lnTo>
                  <a:lnTo>
                    <a:pt x="3678" y="14151"/>
                  </a:lnTo>
                  <a:lnTo>
                    <a:pt x="3995" y="14321"/>
                  </a:lnTo>
                  <a:lnTo>
                    <a:pt x="4312" y="14492"/>
                  </a:lnTo>
                  <a:lnTo>
                    <a:pt x="4653" y="14638"/>
                  </a:lnTo>
                  <a:lnTo>
                    <a:pt x="4994" y="14784"/>
                  </a:lnTo>
                  <a:lnTo>
                    <a:pt x="5359" y="14906"/>
                  </a:lnTo>
                  <a:lnTo>
                    <a:pt x="5724" y="15003"/>
                  </a:lnTo>
                  <a:lnTo>
                    <a:pt x="6089" y="15100"/>
                  </a:lnTo>
                  <a:lnTo>
                    <a:pt x="6455" y="15149"/>
                  </a:lnTo>
                  <a:lnTo>
                    <a:pt x="6844" y="15198"/>
                  </a:lnTo>
                  <a:lnTo>
                    <a:pt x="7234" y="15247"/>
                  </a:lnTo>
                  <a:lnTo>
                    <a:pt x="7624" y="15247"/>
                  </a:lnTo>
                  <a:lnTo>
                    <a:pt x="7624" y="15247"/>
                  </a:lnTo>
                  <a:lnTo>
                    <a:pt x="8014" y="15247"/>
                  </a:lnTo>
                  <a:lnTo>
                    <a:pt x="8403" y="15198"/>
                  </a:lnTo>
                  <a:lnTo>
                    <a:pt x="8793" y="15149"/>
                  </a:lnTo>
                  <a:lnTo>
                    <a:pt x="9158" y="15100"/>
                  </a:lnTo>
                  <a:lnTo>
                    <a:pt x="9524" y="15003"/>
                  </a:lnTo>
                  <a:lnTo>
                    <a:pt x="9889" y="14906"/>
                  </a:lnTo>
                  <a:lnTo>
                    <a:pt x="10254" y="14784"/>
                  </a:lnTo>
                  <a:lnTo>
                    <a:pt x="10595" y="14638"/>
                  </a:lnTo>
                  <a:lnTo>
                    <a:pt x="10936" y="14492"/>
                  </a:lnTo>
                  <a:lnTo>
                    <a:pt x="11253" y="14321"/>
                  </a:lnTo>
                  <a:lnTo>
                    <a:pt x="11569" y="14151"/>
                  </a:lnTo>
                  <a:lnTo>
                    <a:pt x="11886" y="13956"/>
                  </a:lnTo>
                  <a:lnTo>
                    <a:pt x="12178" y="13737"/>
                  </a:lnTo>
                  <a:lnTo>
                    <a:pt x="12470" y="13517"/>
                  </a:lnTo>
                  <a:lnTo>
                    <a:pt x="12738" y="13274"/>
                  </a:lnTo>
                  <a:lnTo>
                    <a:pt x="13006" y="13006"/>
                  </a:lnTo>
                  <a:lnTo>
                    <a:pt x="13274" y="12738"/>
                  </a:lnTo>
                  <a:lnTo>
                    <a:pt x="13518" y="12470"/>
                  </a:lnTo>
                  <a:lnTo>
                    <a:pt x="13737" y="12178"/>
                  </a:lnTo>
                  <a:lnTo>
                    <a:pt x="13956" y="11886"/>
                  </a:lnTo>
                  <a:lnTo>
                    <a:pt x="14151" y="11569"/>
                  </a:lnTo>
                  <a:lnTo>
                    <a:pt x="14321" y="11252"/>
                  </a:lnTo>
                  <a:lnTo>
                    <a:pt x="14492" y="10936"/>
                  </a:lnTo>
                  <a:lnTo>
                    <a:pt x="14638" y="10595"/>
                  </a:lnTo>
                  <a:lnTo>
                    <a:pt x="14784" y="10254"/>
                  </a:lnTo>
                  <a:lnTo>
                    <a:pt x="14906" y="9889"/>
                  </a:lnTo>
                  <a:lnTo>
                    <a:pt x="15003" y="9523"/>
                  </a:lnTo>
                  <a:lnTo>
                    <a:pt x="15101" y="9158"/>
                  </a:lnTo>
                  <a:lnTo>
                    <a:pt x="15150" y="8793"/>
                  </a:lnTo>
                  <a:lnTo>
                    <a:pt x="15198" y="8403"/>
                  </a:lnTo>
                  <a:lnTo>
                    <a:pt x="15247" y="8013"/>
                  </a:lnTo>
                  <a:lnTo>
                    <a:pt x="15247" y="7623"/>
                  </a:lnTo>
                  <a:lnTo>
                    <a:pt x="15247" y="7623"/>
                  </a:lnTo>
                  <a:lnTo>
                    <a:pt x="15247" y="7234"/>
                  </a:lnTo>
                  <a:lnTo>
                    <a:pt x="15198" y="6844"/>
                  </a:lnTo>
                  <a:lnTo>
                    <a:pt x="15150" y="6454"/>
                  </a:lnTo>
                  <a:lnTo>
                    <a:pt x="15101" y="6089"/>
                  </a:lnTo>
                  <a:lnTo>
                    <a:pt x="15003" y="5724"/>
                  </a:lnTo>
                  <a:lnTo>
                    <a:pt x="14906" y="5358"/>
                  </a:lnTo>
                  <a:lnTo>
                    <a:pt x="14784" y="4993"/>
                  </a:lnTo>
                  <a:lnTo>
                    <a:pt x="14638" y="4652"/>
                  </a:lnTo>
                  <a:lnTo>
                    <a:pt x="14492" y="4311"/>
                  </a:lnTo>
                  <a:lnTo>
                    <a:pt x="14321" y="3995"/>
                  </a:lnTo>
                  <a:lnTo>
                    <a:pt x="14151" y="3678"/>
                  </a:lnTo>
                  <a:lnTo>
                    <a:pt x="13956" y="3361"/>
                  </a:lnTo>
                  <a:lnTo>
                    <a:pt x="13737" y="3069"/>
                  </a:lnTo>
                  <a:lnTo>
                    <a:pt x="13518" y="2777"/>
                  </a:lnTo>
                  <a:lnTo>
                    <a:pt x="13274" y="2509"/>
                  </a:lnTo>
                  <a:lnTo>
                    <a:pt x="13006" y="2241"/>
                  </a:lnTo>
                  <a:lnTo>
                    <a:pt x="12738" y="1973"/>
                  </a:lnTo>
                  <a:lnTo>
                    <a:pt x="12470" y="1730"/>
                  </a:lnTo>
                  <a:lnTo>
                    <a:pt x="12178" y="1510"/>
                  </a:lnTo>
                  <a:lnTo>
                    <a:pt x="11886" y="1291"/>
                  </a:lnTo>
                  <a:lnTo>
                    <a:pt x="11569" y="1096"/>
                  </a:lnTo>
                  <a:lnTo>
                    <a:pt x="11253" y="926"/>
                  </a:lnTo>
                  <a:lnTo>
                    <a:pt x="10936" y="755"/>
                  </a:lnTo>
                  <a:lnTo>
                    <a:pt x="10595" y="609"/>
                  </a:lnTo>
                  <a:lnTo>
                    <a:pt x="10254" y="463"/>
                  </a:lnTo>
                  <a:lnTo>
                    <a:pt x="9889" y="341"/>
                  </a:lnTo>
                  <a:lnTo>
                    <a:pt x="9524" y="244"/>
                  </a:lnTo>
                  <a:lnTo>
                    <a:pt x="9158" y="147"/>
                  </a:lnTo>
                  <a:lnTo>
                    <a:pt x="8793" y="98"/>
                  </a:lnTo>
                  <a:lnTo>
                    <a:pt x="8403" y="49"/>
                  </a:lnTo>
                  <a:lnTo>
                    <a:pt x="8014" y="0"/>
                  </a:lnTo>
                  <a:lnTo>
                    <a:pt x="7624" y="0"/>
                  </a:lnTo>
                  <a:lnTo>
                    <a:pt x="7624" y="0"/>
                  </a:lnTo>
                </a:path>
              </a:pathLst>
            </a:custGeom>
            <a:noFill/>
            <a:ln w="12175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987;p46"/>
            <p:cNvSpPr/>
            <p:nvPr/>
          </p:nvSpPr>
          <p:spPr>
            <a:xfrm>
              <a:off x="2869875" y="2503125"/>
              <a:ext cx="43875" cy="47525"/>
            </a:xfrm>
            <a:custGeom>
              <a:avLst/>
              <a:gdLst/>
              <a:ahLst/>
              <a:cxnLst/>
              <a:rect l="l" t="t" r="r" b="b"/>
              <a:pathLst>
                <a:path w="1755" h="1901" fill="none" extrusionOk="0">
                  <a:moveTo>
                    <a:pt x="877" y="0"/>
                  </a:moveTo>
                  <a:lnTo>
                    <a:pt x="877" y="0"/>
                  </a:lnTo>
                  <a:lnTo>
                    <a:pt x="1048" y="25"/>
                  </a:lnTo>
                  <a:lnTo>
                    <a:pt x="1218" y="73"/>
                  </a:lnTo>
                  <a:lnTo>
                    <a:pt x="1364" y="171"/>
                  </a:lnTo>
                  <a:lnTo>
                    <a:pt x="1510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0" y="1632"/>
                  </a:lnTo>
                  <a:lnTo>
                    <a:pt x="1364" y="1730"/>
                  </a:lnTo>
                  <a:lnTo>
                    <a:pt x="1218" y="1827"/>
                  </a:lnTo>
                  <a:lnTo>
                    <a:pt x="1048" y="1876"/>
                  </a:lnTo>
                  <a:lnTo>
                    <a:pt x="877" y="1900"/>
                  </a:lnTo>
                  <a:lnTo>
                    <a:pt x="877" y="1900"/>
                  </a:lnTo>
                  <a:lnTo>
                    <a:pt x="707" y="1876"/>
                  </a:lnTo>
                  <a:lnTo>
                    <a:pt x="536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0" y="950"/>
                  </a:lnTo>
                  <a:lnTo>
                    <a:pt x="0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6" y="73"/>
                  </a:lnTo>
                  <a:lnTo>
                    <a:pt x="707" y="25"/>
                  </a:lnTo>
                  <a:lnTo>
                    <a:pt x="877" y="0"/>
                  </a:lnTo>
                  <a:lnTo>
                    <a:pt x="877" y="0"/>
                  </a:lnTo>
                </a:path>
              </a:pathLst>
            </a:custGeom>
            <a:noFill/>
            <a:ln w="12175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988;p46"/>
            <p:cNvSpPr/>
            <p:nvPr/>
          </p:nvSpPr>
          <p:spPr>
            <a:xfrm>
              <a:off x="2714000" y="2503125"/>
              <a:ext cx="43875" cy="47525"/>
            </a:xfrm>
            <a:custGeom>
              <a:avLst/>
              <a:gdLst/>
              <a:ahLst/>
              <a:cxnLst/>
              <a:rect l="l" t="t" r="r" b="b"/>
              <a:pathLst>
                <a:path w="1755" h="1901" fill="none" extrusionOk="0">
                  <a:moveTo>
                    <a:pt x="877" y="1900"/>
                  </a:moveTo>
                  <a:lnTo>
                    <a:pt x="877" y="1900"/>
                  </a:lnTo>
                  <a:lnTo>
                    <a:pt x="707" y="1876"/>
                  </a:lnTo>
                  <a:lnTo>
                    <a:pt x="536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6" y="73"/>
                  </a:lnTo>
                  <a:lnTo>
                    <a:pt x="707" y="25"/>
                  </a:lnTo>
                  <a:lnTo>
                    <a:pt x="877" y="0"/>
                  </a:lnTo>
                  <a:lnTo>
                    <a:pt x="877" y="0"/>
                  </a:lnTo>
                  <a:lnTo>
                    <a:pt x="1048" y="25"/>
                  </a:lnTo>
                  <a:lnTo>
                    <a:pt x="1218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8" y="1827"/>
                  </a:lnTo>
                  <a:lnTo>
                    <a:pt x="1048" y="1876"/>
                  </a:lnTo>
                  <a:lnTo>
                    <a:pt x="877" y="1900"/>
                  </a:lnTo>
                  <a:lnTo>
                    <a:pt x="877" y="1900"/>
                  </a:lnTo>
                </a:path>
              </a:pathLst>
            </a:custGeom>
            <a:noFill/>
            <a:ln w="12175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989;p46"/>
            <p:cNvSpPr/>
            <p:nvPr/>
          </p:nvSpPr>
          <p:spPr>
            <a:xfrm>
              <a:off x="2810200" y="2595675"/>
              <a:ext cx="99875" cy="31075"/>
            </a:xfrm>
            <a:custGeom>
              <a:avLst/>
              <a:gdLst/>
              <a:ahLst/>
              <a:cxnLst/>
              <a:rect l="l" t="t" r="r" b="b"/>
              <a:pathLst>
                <a:path w="3995" h="1243" fill="none" extrusionOk="0">
                  <a:moveTo>
                    <a:pt x="1" y="1242"/>
                  </a:moveTo>
                  <a:lnTo>
                    <a:pt x="3995" y="0"/>
                  </a:lnTo>
                </a:path>
              </a:pathLst>
            </a:custGeom>
            <a:noFill/>
            <a:ln w="12175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" name="Google Shape;1000;p46"/>
          <p:cNvGrpSpPr/>
          <p:nvPr/>
        </p:nvGrpSpPr>
        <p:grpSpPr>
          <a:xfrm rot="20997293">
            <a:off x="5818043" y="4459783"/>
            <a:ext cx="429479" cy="370968"/>
            <a:chOff x="5972700" y="2330200"/>
            <a:chExt cx="411625" cy="387275"/>
          </a:xfrm>
          <a:solidFill>
            <a:schemeClr val="accent2"/>
          </a:solidFill>
        </p:grpSpPr>
        <p:sp>
          <p:nvSpPr>
            <p:cNvPr id="73" name="Google Shape;1001;p46"/>
            <p:cNvSpPr/>
            <p:nvPr/>
          </p:nvSpPr>
          <p:spPr>
            <a:xfrm>
              <a:off x="5972700" y="2476950"/>
              <a:ext cx="98050" cy="219825"/>
            </a:xfrm>
            <a:custGeom>
              <a:avLst/>
              <a:gdLst/>
              <a:ahLst/>
              <a:cxnLst/>
              <a:rect l="l" t="t" r="r" b="b"/>
              <a:pathLst>
                <a:path w="3922" h="8793" fill="none" extrusionOk="0">
                  <a:moveTo>
                    <a:pt x="0" y="0"/>
                  </a:moveTo>
                  <a:lnTo>
                    <a:pt x="0" y="8792"/>
                  </a:lnTo>
                  <a:lnTo>
                    <a:pt x="3921" y="8792"/>
                  </a:lnTo>
                  <a:lnTo>
                    <a:pt x="3921" y="0"/>
                  </a:lnTo>
                  <a:lnTo>
                    <a:pt x="0" y="0"/>
                  </a:lnTo>
                  <a:close/>
                  <a:moveTo>
                    <a:pt x="2411" y="2411"/>
                  </a:moveTo>
                  <a:lnTo>
                    <a:pt x="2411" y="2411"/>
                  </a:lnTo>
                  <a:lnTo>
                    <a:pt x="2265" y="2387"/>
                  </a:lnTo>
                  <a:lnTo>
                    <a:pt x="2143" y="2363"/>
                  </a:lnTo>
                  <a:lnTo>
                    <a:pt x="2022" y="2290"/>
                  </a:lnTo>
                  <a:lnTo>
                    <a:pt x="1924" y="2216"/>
                  </a:lnTo>
                  <a:lnTo>
                    <a:pt x="1827" y="2095"/>
                  </a:lnTo>
                  <a:lnTo>
                    <a:pt x="1754" y="1973"/>
                  </a:lnTo>
                  <a:lnTo>
                    <a:pt x="1729" y="1851"/>
                  </a:lnTo>
                  <a:lnTo>
                    <a:pt x="1705" y="1705"/>
                  </a:lnTo>
                  <a:lnTo>
                    <a:pt x="1705" y="1705"/>
                  </a:lnTo>
                  <a:lnTo>
                    <a:pt x="1729" y="1559"/>
                  </a:lnTo>
                  <a:lnTo>
                    <a:pt x="1754" y="1437"/>
                  </a:lnTo>
                  <a:lnTo>
                    <a:pt x="1827" y="1315"/>
                  </a:lnTo>
                  <a:lnTo>
                    <a:pt x="1924" y="1218"/>
                  </a:lnTo>
                  <a:lnTo>
                    <a:pt x="2022" y="1120"/>
                  </a:lnTo>
                  <a:lnTo>
                    <a:pt x="2143" y="1072"/>
                  </a:lnTo>
                  <a:lnTo>
                    <a:pt x="2265" y="1023"/>
                  </a:lnTo>
                  <a:lnTo>
                    <a:pt x="2411" y="999"/>
                  </a:lnTo>
                  <a:lnTo>
                    <a:pt x="2411" y="999"/>
                  </a:lnTo>
                  <a:lnTo>
                    <a:pt x="2557" y="1023"/>
                  </a:lnTo>
                  <a:lnTo>
                    <a:pt x="2679" y="1072"/>
                  </a:lnTo>
                  <a:lnTo>
                    <a:pt x="2801" y="1120"/>
                  </a:lnTo>
                  <a:lnTo>
                    <a:pt x="2898" y="1218"/>
                  </a:lnTo>
                  <a:lnTo>
                    <a:pt x="2996" y="1315"/>
                  </a:lnTo>
                  <a:lnTo>
                    <a:pt x="3069" y="1437"/>
                  </a:lnTo>
                  <a:lnTo>
                    <a:pt x="3093" y="1559"/>
                  </a:lnTo>
                  <a:lnTo>
                    <a:pt x="3118" y="1705"/>
                  </a:lnTo>
                  <a:lnTo>
                    <a:pt x="3118" y="1705"/>
                  </a:lnTo>
                  <a:lnTo>
                    <a:pt x="3093" y="1851"/>
                  </a:lnTo>
                  <a:lnTo>
                    <a:pt x="3069" y="1973"/>
                  </a:lnTo>
                  <a:lnTo>
                    <a:pt x="2996" y="2095"/>
                  </a:lnTo>
                  <a:lnTo>
                    <a:pt x="2898" y="2216"/>
                  </a:lnTo>
                  <a:lnTo>
                    <a:pt x="2801" y="2290"/>
                  </a:lnTo>
                  <a:lnTo>
                    <a:pt x="2679" y="2363"/>
                  </a:lnTo>
                  <a:lnTo>
                    <a:pt x="2557" y="2387"/>
                  </a:lnTo>
                  <a:lnTo>
                    <a:pt x="2411" y="2411"/>
                  </a:lnTo>
                  <a:lnTo>
                    <a:pt x="2411" y="2411"/>
                  </a:lnTo>
                  <a:close/>
                </a:path>
              </a:pathLst>
            </a:custGeom>
            <a:grpFill/>
            <a:ln w="12175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1002;p46"/>
            <p:cNvSpPr/>
            <p:nvPr/>
          </p:nvSpPr>
          <p:spPr>
            <a:xfrm>
              <a:off x="6078025" y="2330200"/>
              <a:ext cx="306300" cy="387275"/>
            </a:xfrm>
            <a:custGeom>
              <a:avLst/>
              <a:gdLst/>
              <a:ahLst/>
              <a:cxnLst/>
              <a:rect l="l" t="t" r="r" b="b"/>
              <a:pathLst>
                <a:path w="12252" h="15491" fill="none" extrusionOk="0">
                  <a:moveTo>
                    <a:pt x="1" y="13396"/>
                  </a:moveTo>
                  <a:lnTo>
                    <a:pt x="1511" y="13396"/>
                  </a:lnTo>
                  <a:lnTo>
                    <a:pt x="1511" y="13396"/>
                  </a:lnTo>
                  <a:lnTo>
                    <a:pt x="1998" y="13639"/>
                  </a:lnTo>
                  <a:lnTo>
                    <a:pt x="2680" y="13932"/>
                  </a:lnTo>
                  <a:lnTo>
                    <a:pt x="3556" y="14273"/>
                  </a:lnTo>
                  <a:lnTo>
                    <a:pt x="4531" y="14638"/>
                  </a:lnTo>
                  <a:lnTo>
                    <a:pt x="5578" y="14955"/>
                  </a:lnTo>
                  <a:lnTo>
                    <a:pt x="6114" y="15101"/>
                  </a:lnTo>
                  <a:lnTo>
                    <a:pt x="6650" y="15222"/>
                  </a:lnTo>
                  <a:lnTo>
                    <a:pt x="7161" y="15344"/>
                  </a:lnTo>
                  <a:lnTo>
                    <a:pt x="7672" y="15417"/>
                  </a:lnTo>
                  <a:lnTo>
                    <a:pt x="8135" y="15466"/>
                  </a:lnTo>
                  <a:lnTo>
                    <a:pt x="8598" y="15490"/>
                  </a:lnTo>
                  <a:lnTo>
                    <a:pt x="8598" y="15490"/>
                  </a:lnTo>
                  <a:lnTo>
                    <a:pt x="9377" y="15490"/>
                  </a:lnTo>
                  <a:lnTo>
                    <a:pt x="9791" y="15466"/>
                  </a:lnTo>
                  <a:lnTo>
                    <a:pt x="10181" y="15417"/>
                  </a:lnTo>
                  <a:lnTo>
                    <a:pt x="10522" y="15320"/>
                  </a:lnTo>
                  <a:lnTo>
                    <a:pt x="10692" y="15271"/>
                  </a:lnTo>
                  <a:lnTo>
                    <a:pt x="10814" y="15222"/>
                  </a:lnTo>
                  <a:lnTo>
                    <a:pt x="10936" y="15149"/>
                  </a:lnTo>
                  <a:lnTo>
                    <a:pt x="11033" y="15052"/>
                  </a:lnTo>
                  <a:lnTo>
                    <a:pt x="11082" y="14955"/>
                  </a:lnTo>
                  <a:lnTo>
                    <a:pt x="11131" y="14833"/>
                  </a:lnTo>
                  <a:lnTo>
                    <a:pt x="11204" y="14126"/>
                  </a:lnTo>
                  <a:lnTo>
                    <a:pt x="11204" y="14126"/>
                  </a:lnTo>
                  <a:lnTo>
                    <a:pt x="11180" y="13956"/>
                  </a:lnTo>
                  <a:lnTo>
                    <a:pt x="11131" y="13810"/>
                  </a:lnTo>
                  <a:lnTo>
                    <a:pt x="11033" y="13664"/>
                  </a:lnTo>
                  <a:lnTo>
                    <a:pt x="10887" y="13542"/>
                  </a:lnTo>
                  <a:lnTo>
                    <a:pt x="10887" y="13542"/>
                  </a:lnTo>
                  <a:lnTo>
                    <a:pt x="11009" y="13518"/>
                  </a:lnTo>
                  <a:lnTo>
                    <a:pt x="11131" y="13469"/>
                  </a:lnTo>
                  <a:lnTo>
                    <a:pt x="11253" y="13420"/>
                  </a:lnTo>
                  <a:lnTo>
                    <a:pt x="11350" y="13323"/>
                  </a:lnTo>
                  <a:lnTo>
                    <a:pt x="11423" y="13225"/>
                  </a:lnTo>
                  <a:lnTo>
                    <a:pt x="11496" y="13104"/>
                  </a:lnTo>
                  <a:lnTo>
                    <a:pt x="11545" y="12957"/>
                  </a:lnTo>
                  <a:lnTo>
                    <a:pt x="11569" y="12836"/>
                  </a:lnTo>
                  <a:lnTo>
                    <a:pt x="11642" y="11959"/>
                  </a:lnTo>
                  <a:lnTo>
                    <a:pt x="11642" y="11959"/>
                  </a:lnTo>
                  <a:lnTo>
                    <a:pt x="11642" y="11837"/>
                  </a:lnTo>
                  <a:lnTo>
                    <a:pt x="11642" y="11740"/>
                  </a:lnTo>
                  <a:lnTo>
                    <a:pt x="11618" y="11618"/>
                  </a:lnTo>
                  <a:lnTo>
                    <a:pt x="11569" y="11521"/>
                  </a:lnTo>
                  <a:lnTo>
                    <a:pt x="11447" y="11350"/>
                  </a:lnTo>
                  <a:lnTo>
                    <a:pt x="11374" y="11277"/>
                  </a:lnTo>
                  <a:lnTo>
                    <a:pt x="11301" y="11204"/>
                  </a:lnTo>
                  <a:lnTo>
                    <a:pt x="11301" y="11204"/>
                  </a:lnTo>
                  <a:lnTo>
                    <a:pt x="11423" y="11180"/>
                  </a:lnTo>
                  <a:lnTo>
                    <a:pt x="11521" y="11131"/>
                  </a:lnTo>
                  <a:lnTo>
                    <a:pt x="11618" y="11058"/>
                  </a:lnTo>
                  <a:lnTo>
                    <a:pt x="11715" y="10960"/>
                  </a:lnTo>
                  <a:lnTo>
                    <a:pt x="11788" y="10863"/>
                  </a:lnTo>
                  <a:lnTo>
                    <a:pt x="11837" y="10766"/>
                  </a:lnTo>
                  <a:lnTo>
                    <a:pt x="11886" y="10644"/>
                  </a:lnTo>
                  <a:lnTo>
                    <a:pt x="11910" y="10498"/>
                  </a:lnTo>
                  <a:lnTo>
                    <a:pt x="11983" y="9645"/>
                  </a:lnTo>
                  <a:lnTo>
                    <a:pt x="11983" y="9645"/>
                  </a:lnTo>
                  <a:lnTo>
                    <a:pt x="11983" y="9523"/>
                  </a:lnTo>
                  <a:lnTo>
                    <a:pt x="11983" y="9402"/>
                  </a:lnTo>
                  <a:lnTo>
                    <a:pt x="11959" y="9280"/>
                  </a:lnTo>
                  <a:lnTo>
                    <a:pt x="11910" y="9182"/>
                  </a:lnTo>
                  <a:lnTo>
                    <a:pt x="11861" y="9085"/>
                  </a:lnTo>
                  <a:lnTo>
                    <a:pt x="11788" y="9012"/>
                  </a:lnTo>
                  <a:lnTo>
                    <a:pt x="11715" y="8939"/>
                  </a:lnTo>
                  <a:lnTo>
                    <a:pt x="11618" y="8866"/>
                  </a:lnTo>
                  <a:lnTo>
                    <a:pt x="11618" y="8866"/>
                  </a:lnTo>
                  <a:lnTo>
                    <a:pt x="11715" y="8841"/>
                  </a:lnTo>
                  <a:lnTo>
                    <a:pt x="11813" y="8768"/>
                  </a:lnTo>
                  <a:lnTo>
                    <a:pt x="11910" y="8695"/>
                  </a:lnTo>
                  <a:lnTo>
                    <a:pt x="11983" y="8622"/>
                  </a:lnTo>
                  <a:lnTo>
                    <a:pt x="12056" y="8525"/>
                  </a:lnTo>
                  <a:lnTo>
                    <a:pt x="12105" y="8427"/>
                  </a:lnTo>
                  <a:lnTo>
                    <a:pt x="12129" y="8306"/>
                  </a:lnTo>
                  <a:lnTo>
                    <a:pt x="12154" y="8184"/>
                  </a:lnTo>
                  <a:lnTo>
                    <a:pt x="12251" y="7307"/>
                  </a:lnTo>
                  <a:lnTo>
                    <a:pt x="12251" y="7307"/>
                  </a:lnTo>
                  <a:lnTo>
                    <a:pt x="12227" y="7185"/>
                  </a:lnTo>
                  <a:lnTo>
                    <a:pt x="12202" y="7064"/>
                  </a:lnTo>
                  <a:lnTo>
                    <a:pt x="12154" y="6966"/>
                  </a:lnTo>
                  <a:lnTo>
                    <a:pt x="12105" y="6869"/>
                  </a:lnTo>
                  <a:lnTo>
                    <a:pt x="12032" y="6771"/>
                  </a:lnTo>
                  <a:lnTo>
                    <a:pt x="11935" y="6698"/>
                  </a:lnTo>
                  <a:lnTo>
                    <a:pt x="11715" y="6552"/>
                  </a:lnTo>
                  <a:lnTo>
                    <a:pt x="11472" y="6430"/>
                  </a:lnTo>
                  <a:lnTo>
                    <a:pt x="11180" y="6333"/>
                  </a:lnTo>
                  <a:lnTo>
                    <a:pt x="10863" y="6260"/>
                  </a:lnTo>
                  <a:lnTo>
                    <a:pt x="10546" y="6211"/>
                  </a:lnTo>
                  <a:lnTo>
                    <a:pt x="10546" y="6211"/>
                  </a:lnTo>
                  <a:lnTo>
                    <a:pt x="9864" y="6114"/>
                  </a:lnTo>
                  <a:lnTo>
                    <a:pt x="8817" y="6016"/>
                  </a:lnTo>
                  <a:lnTo>
                    <a:pt x="7575" y="5943"/>
                  </a:lnTo>
                  <a:lnTo>
                    <a:pt x="6309" y="5870"/>
                  </a:lnTo>
                  <a:lnTo>
                    <a:pt x="6309" y="5870"/>
                  </a:lnTo>
                  <a:lnTo>
                    <a:pt x="6479" y="5578"/>
                  </a:lnTo>
                  <a:lnTo>
                    <a:pt x="6625" y="5237"/>
                  </a:lnTo>
                  <a:lnTo>
                    <a:pt x="6771" y="4872"/>
                  </a:lnTo>
                  <a:lnTo>
                    <a:pt x="6869" y="4482"/>
                  </a:lnTo>
                  <a:lnTo>
                    <a:pt x="6966" y="4092"/>
                  </a:lnTo>
                  <a:lnTo>
                    <a:pt x="7064" y="3678"/>
                  </a:lnTo>
                  <a:lnTo>
                    <a:pt x="7161" y="2875"/>
                  </a:lnTo>
                  <a:lnTo>
                    <a:pt x="7234" y="2144"/>
                  </a:lnTo>
                  <a:lnTo>
                    <a:pt x="7283" y="1535"/>
                  </a:lnTo>
                  <a:lnTo>
                    <a:pt x="7283" y="975"/>
                  </a:lnTo>
                  <a:lnTo>
                    <a:pt x="7283" y="975"/>
                  </a:lnTo>
                  <a:lnTo>
                    <a:pt x="7283" y="804"/>
                  </a:lnTo>
                  <a:lnTo>
                    <a:pt x="7210" y="609"/>
                  </a:lnTo>
                  <a:lnTo>
                    <a:pt x="7137" y="463"/>
                  </a:lnTo>
                  <a:lnTo>
                    <a:pt x="7015" y="317"/>
                  </a:lnTo>
                  <a:lnTo>
                    <a:pt x="6869" y="171"/>
                  </a:lnTo>
                  <a:lnTo>
                    <a:pt x="6698" y="98"/>
                  </a:lnTo>
                  <a:lnTo>
                    <a:pt x="6503" y="25"/>
                  </a:lnTo>
                  <a:lnTo>
                    <a:pt x="6309" y="1"/>
                  </a:lnTo>
                  <a:lnTo>
                    <a:pt x="6309" y="1"/>
                  </a:lnTo>
                  <a:lnTo>
                    <a:pt x="5943" y="25"/>
                  </a:lnTo>
                  <a:lnTo>
                    <a:pt x="5700" y="74"/>
                  </a:lnTo>
                  <a:lnTo>
                    <a:pt x="5505" y="147"/>
                  </a:lnTo>
                  <a:lnTo>
                    <a:pt x="5359" y="220"/>
                  </a:lnTo>
                  <a:lnTo>
                    <a:pt x="5359" y="220"/>
                  </a:lnTo>
                  <a:lnTo>
                    <a:pt x="4969" y="1462"/>
                  </a:lnTo>
                  <a:lnTo>
                    <a:pt x="4774" y="2022"/>
                  </a:lnTo>
                  <a:lnTo>
                    <a:pt x="4579" y="2534"/>
                  </a:lnTo>
                  <a:lnTo>
                    <a:pt x="4385" y="2996"/>
                  </a:lnTo>
                  <a:lnTo>
                    <a:pt x="4190" y="3386"/>
                  </a:lnTo>
                  <a:lnTo>
                    <a:pt x="4019" y="3678"/>
                  </a:lnTo>
                  <a:lnTo>
                    <a:pt x="3873" y="3922"/>
                  </a:lnTo>
                  <a:lnTo>
                    <a:pt x="3873" y="3922"/>
                  </a:lnTo>
                  <a:lnTo>
                    <a:pt x="3654" y="4141"/>
                  </a:lnTo>
                  <a:lnTo>
                    <a:pt x="3313" y="4482"/>
                  </a:lnTo>
                  <a:lnTo>
                    <a:pt x="2509" y="5237"/>
                  </a:lnTo>
                  <a:lnTo>
                    <a:pt x="1438" y="6211"/>
                  </a:lnTo>
                  <a:lnTo>
                    <a:pt x="1" y="6211"/>
                  </a:lnTo>
                </a:path>
              </a:pathLst>
            </a:custGeom>
            <a:grpFill/>
            <a:ln w="12175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" name="Google Shape;1222;p46"/>
          <p:cNvGrpSpPr/>
          <p:nvPr/>
        </p:nvGrpSpPr>
        <p:grpSpPr>
          <a:xfrm rot="20878967">
            <a:off x="6929675" y="3745012"/>
            <a:ext cx="312636" cy="382673"/>
            <a:chOff x="6718575" y="2318625"/>
            <a:chExt cx="256950" cy="407375"/>
          </a:xfrm>
        </p:grpSpPr>
        <p:sp>
          <p:nvSpPr>
            <p:cNvPr id="76" name="Google Shape;1223;p46"/>
            <p:cNvSpPr/>
            <p:nvPr/>
          </p:nvSpPr>
          <p:spPr>
            <a:xfrm>
              <a:off x="6795900" y="2673600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1224;p46"/>
            <p:cNvSpPr/>
            <p:nvPr/>
          </p:nvSpPr>
          <p:spPr>
            <a:xfrm>
              <a:off x="6795900" y="2650475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1225;p46"/>
            <p:cNvSpPr/>
            <p:nvPr/>
          </p:nvSpPr>
          <p:spPr>
            <a:xfrm>
              <a:off x="6795900" y="2696125"/>
              <a:ext cx="102300" cy="29875"/>
            </a:xfrm>
            <a:custGeom>
              <a:avLst/>
              <a:gdLst/>
              <a:ahLst/>
              <a:cxnLst/>
              <a:rect l="l" t="t" r="r" b="b"/>
              <a:pathLst>
                <a:path w="4092" h="1195" fill="none" extrusionOk="0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1226;p46"/>
            <p:cNvSpPr/>
            <p:nvPr/>
          </p:nvSpPr>
          <p:spPr>
            <a:xfrm>
              <a:off x="67849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1227;p46"/>
            <p:cNvSpPr/>
            <p:nvPr/>
          </p:nvSpPr>
          <p:spPr>
            <a:xfrm>
              <a:off x="6718575" y="2318625"/>
              <a:ext cx="256950" cy="307525"/>
            </a:xfrm>
            <a:custGeom>
              <a:avLst/>
              <a:gdLst/>
              <a:ahLst/>
              <a:cxnLst/>
              <a:rect l="l" t="t" r="r" b="b"/>
              <a:pathLst>
                <a:path w="10278" h="12301" fill="none" extrusionOk="0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1228;p46"/>
            <p:cNvSpPr/>
            <p:nvPr/>
          </p:nvSpPr>
          <p:spPr>
            <a:xfrm>
              <a:off x="68738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1229;p46"/>
            <p:cNvSpPr/>
            <p:nvPr/>
          </p:nvSpPr>
          <p:spPr>
            <a:xfrm>
              <a:off x="6801975" y="2453200"/>
              <a:ext cx="90150" cy="19500"/>
            </a:xfrm>
            <a:custGeom>
              <a:avLst/>
              <a:gdLst/>
              <a:ahLst/>
              <a:cxnLst/>
              <a:rect l="l" t="t" r="r" b="b"/>
              <a:pathLst>
                <a:path w="3606" h="780" fill="none" extrusionOk="0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1230;p46"/>
            <p:cNvSpPr/>
            <p:nvPr/>
          </p:nvSpPr>
          <p:spPr>
            <a:xfrm>
              <a:off x="6795900" y="2628550"/>
              <a:ext cx="102300" cy="25"/>
            </a:xfrm>
            <a:custGeom>
              <a:avLst/>
              <a:gdLst/>
              <a:ahLst/>
              <a:cxnLst/>
              <a:rect l="l" t="t" r="r" b="b"/>
              <a:pathLst>
                <a:path w="4092" h="1" fill="none" extrusionOk="0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236852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2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ALGUNS PONTOS NÃO SE ENCAIXAVAM</a:t>
            </a:r>
            <a:endParaRPr dirty="0"/>
          </a:p>
        </p:txBody>
      </p:sp>
      <p:sp>
        <p:nvSpPr>
          <p:cNvPr id="321" name="Google Shape;321;p22"/>
          <p:cNvSpPr txBox="1">
            <a:spLocks noGrp="1"/>
          </p:cNvSpPr>
          <p:nvPr>
            <p:ph type="sldNum" idx="12"/>
          </p:nvPr>
        </p:nvSpPr>
        <p:spPr>
          <a:xfrm>
            <a:off x="7254088" y="4614296"/>
            <a:ext cx="1889912" cy="37782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322" name="Google Shape;322;p22"/>
          <p:cNvSpPr/>
          <p:nvPr/>
        </p:nvSpPr>
        <p:spPr>
          <a:xfrm>
            <a:off x="2779123" y="1756882"/>
            <a:ext cx="3032703" cy="2857415"/>
          </a:xfrm>
          <a:prstGeom prst="diamond">
            <a:avLst/>
          </a:prstGeom>
          <a:solidFill>
            <a:srgbClr val="C7D3E6"/>
          </a:solidFill>
          <a:ln w="38100" cap="flat" cmpd="sng">
            <a:solidFill>
              <a:srgbClr val="92A8C8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solidFill>
                  <a:srgbClr val="26324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CONEXÃO</a:t>
            </a:r>
            <a:endParaRPr lang="en" dirty="0" smtClean="0">
              <a:solidFill>
                <a:srgbClr val="26324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23" name="Google Shape;323;p22"/>
          <p:cNvSpPr/>
          <p:nvPr/>
        </p:nvSpPr>
        <p:spPr>
          <a:xfrm>
            <a:off x="637163" y="1756881"/>
            <a:ext cx="3032703" cy="2857415"/>
          </a:xfrm>
          <a:prstGeom prst="diamond">
            <a:avLst/>
          </a:prstGeom>
          <a:noFill/>
          <a:ln w="76200" cap="flat" cmpd="sng">
            <a:solidFill>
              <a:srgbClr val="FF98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solidFill>
                  <a:srgbClr val="D26F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????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dirty="0">
              <a:solidFill>
                <a:srgbClr val="D26F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solidFill>
                  <a:srgbClr val="D26F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Interface gráfica em Java? </a:t>
            </a:r>
            <a:endParaRPr dirty="0">
              <a:solidFill>
                <a:srgbClr val="D26F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24" name="Google Shape;324;p22"/>
          <p:cNvSpPr/>
          <p:nvPr/>
        </p:nvSpPr>
        <p:spPr>
          <a:xfrm>
            <a:off x="4930777" y="1756881"/>
            <a:ext cx="3032703" cy="2857415"/>
          </a:xfrm>
          <a:prstGeom prst="diamond">
            <a:avLst/>
          </a:prstGeom>
          <a:noFill/>
          <a:ln w="76200" cap="flat" cmpd="sng">
            <a:solidFill>
              <a:srgbClr val="FF98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solidFill>
                  <a:srgbClr val="D26F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Java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dirty="0" smtClean="0">
              <a:solidFill>
                <a:srgbClr val="D26F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solidFill>
                  <a:srgbClr val="D26F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Funções de acesso a Banco de Dados</a:t>
            </a:r>
            <a:endParaRPr dirty="0">
              <a:solidFill>
                <a:srgbClr val="D26F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grpSp>
        <p:nvGrpSpPr>
          <p:cNvPr id="325" name="Google Shape;325;p22"/>
          <p:cNvGrpSpPr/>
          <p:nvPr/>
        </p:nvGrpSpPr>
        <p:grpSpPr>
          <a:xfrm>
            <a:off x="263101" y="580106"/>
            <a:ext cx="407743" cy="391135"/>
            <a:chOff x="5233525" y="4954450"/>
            <a:chExt cx="538275" cy="516350"/>
          </a:xfrm>
        </p:grpSpPr>
        <p:sp>
          <p:nvSpPr>
            <p:cNvPr id="326" name="Google Shape;326;p22"/>
            <p:cNvSpPr/>
            <p:nvPr/>
          </p:nvSpPr>
          <p:spPr>
            <a:xfrm>
              <a:off x="5637825" y="4954450"/>
              <a:ext cx="89525" cy="89525"/>
            </a:xfrm>
            <a:custGeom>
              <a:avLst/>
              <a:gdLst/>
              <a:ahLst/>
              <a:cxnLst/>
              <a:rect l="l" t="t" r="r" b="b"/>
              <a:pathLst>
                <a:path w="3581" h="3581" fill="none" extrusionOk="0">
                  <a:moveTo>
                    <a:pt x="1023" y="3410"/>
                  </a:moveTo>
                  <a:lnTo>
                    <a:pt x="1023" y="3410"/>
                  </a:lnTo>
                  <a:lnTo>
                    <a:pt x="1193" y="3483"/>
                  </a:lnTo>
                  <a:lnTo>
                    <a:pt x="1388" y="3532"/>
                  </a:lnTo>
                  <a:lnTo>
                    <a:pt x="1583" y="3556"/>
                  </a:lnTo>
                  <a:lnTo>
                    <a:pt x="1778" y="3581"/>
                  </a:lnTo>
                  <a:lnTo>
                    <a:pt x="1778" y="3581"/>
                  </a:lnTo>
                  <a:lnTo>
                    <a:pt x="1973" y="3556"/>
                  </a:lnTo>
                  <a:lnTo>
                    <a:pt x="2143" y="3532"/>
                  </a:lnTo>
                  <a:lnTo>
                    <a:pt x="2314" y="3508"/>
                  </a:lnTo>
                  <a:lnTo>
                    <a:pt x="2484" y="3435"/>
                  </a:lnTo>
                  <a:lnTo>
                    <a:pt x="2630" y="3361"/>
                  </a:lnTo>
                  <a:lnTo>
                    <a:pt x="2776" y="3264"/>
                  </a:lnTo>
                  <a:lnTo>
                    <a:pt x="2923" y="3167"/>
                  </a:lnTo>
                  <a:lnTo>
                    <a:pt x="3044" y="3045"/>
                  </a:lnTo>
                  <a:lnTo>
                    <a:pt x="3166" y="2923"/>
                  </a:lnTo>
                  <a:lnTo>
                    <a:pt x="3264" y="2801"/>
                  </a:lnTo>
                  <a:lnTo>
                    <a:pt x="3361" y="2631"/>
                  </a:lnTo>
                  <a:lnTo>
                    <a:pt x="3434" y="2485"/>
                  </a:lnTo>
                  <a:lnTo>
                    <a:pt x="3483" y="2314"/>
                  </a:lnTo>
                  <a:lnTo>
                    <a:pt x="3531" y="2144"/>
                  </a:lnTo>
                  <a:lnTo>
                    <a:pt x="3556" y="1973"/>
                  </a:lnTo>
                  <a:lnTo>
                    <a:pt x="3580" y="1803"/>
                  </a:lnTo>
                  <a:lnTo>
                    <a:pt x="3580" y="1803"/>
                  </a:lnTo>
                  <a:lnTo>
                    <a:pt x="3556" y="1608"/>
                  </a:lnTo>
                  <a:lnTo>
                    <a:pt x="3531" y="1437"/>
                  </a:lnTo>
                  <a:lnTo>
                    <a:pt x="3483" y="1267"/>
                  </a:lnTo>
                  <a:lnTo>
                    <a:pt x="3434" y="1096"/>
                  </a:lnTo>
                  <a:lnTo>
                    <a:pt x="3361" y="950"/>
                  </a:lnTo>
                  <a:lnTo>
                    <a:pt x="3264" y="804"/>
                  </a:lnTo>
                  <a:lnTo>
                    <a:pt x="3166" y="658"/>
                  </a:lnTo>
                  <a:lnTo>
                    <a:pt x="3044" y="536"/>
                  </a:lnTo>
                  <a:lnTo>
                    <a:pt x="2923" y="414"/>
                  </a:lnTo>
                  <a:lnTo>
                    <a:pt x="2776" y="317"/>
                  </a:lnTo>
                  <a:lnTo>
                    <a:pt x="2630" y="220"/>
                  </a:lnTo>
                  <a:lnTo>
                    <a:pt x="2484" y="147"/>
                  </a:lnTo>
                  <a:lnTo>
                    <a:pt x="2314" y="98"/>
                  </a:lnTo>
                  <a:lnTo>
                    <a:pt x="2143" y="49"/>
                  </a:lnTo>
                  <a:lnTo>
                    <a:pt x="1973" y="25"/>
                  </a:lnTo>
                  <a:lnTo>
                    <a:pt x="1778" y="0"/>
                  </a:lnTo>
                  <a:lnTo>
                    <a:pt x="1778" y="0"/>
                  </a:lnTo>
                  <a:lnTo>
                    <a:pt x="1607" y="25"/>
                  </a:lnTo>
                  <a:lnTo>
                    <a:pt x="1437" y="49"/>
                  </a:lnTo>
                  <a:lnTo>
                    <a:pt x="1266" y="98"/>
                  </a:lnTo>
                  <a:lnTo>
                    <a:pt x="1096" y="147"/>
                  </a:lnTo>
                  <a:lnTo>
                    <a:pt x="925" y="220"/>
                  </a:lnTo>
                  <a:lnTo>
                    <a:pt x="779" y="317"/>
                  </a:lnTo>
                  <a:lnTo>
                    <a:pt x="658" y="414"/>
                  </a:lnTo>
                  <a:lnTo>
                    <a:pt x="536" y="536"/>
                  </a:lnTo>
                  <a:lnTo>
                    <a:pt x="414" y="658"/>
                  </a:lnTo>
                  <a:lnTo>
                    <a:pt x="317" y="804"/>
                  </a:lnTo>
                  <a:lnTo>
                    <a:pt x="219" y="950"/>
                  </a:lnTo>
                  <a:lnTo>
                    <a:pt x="146" y="1096"/>
                  </a:lnTo>
                  <a:lnTo>
                    <a:pt x="73" y="1267"/>
                  </a:lnTo>
                  <a:lnTo>
                    <a:pt x="49" y="1437"/>
                  </a:lnTo>
                  <a:lnTo>
                    <a:pt x="24" y="1608"/>
                  </a:lnTo>
                  <a:lnTo>
                    <a:pt x="0" y="1803"/>
                  </a:lnTo>
                  <a:lnTo>
                    <a:pt x="0" y="1803"/>
                  </a:lnTo>
                  <a:lnTo>
                    <a:pt x="24" y="2071"/>
                  </a:lnTo>
                  <a:lnTo>
                    <a:pt x="97" y="2339"/>
                  </a:lnTo>
                  <a:lnTo>
                    <a:pt x="195" y="2582"/>
                  </a:lnTo>
                  <a:lnTo>
                    <a:pt x="317" y="280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22"/>
            <p:cNvSpPr/>
            <p:nvPr/>
          </p:nvSpPr>
          <p:spPr>
            <a:xfrm>
              <a:off x="5323025" y="4980625"/>
              <a:ext cx="88925" cy="88925"/>
            </a:xfrm>
            <a:custGeom>
              <a:avLst/>
              <a:gdLst/>
              <a:ahLst/>
              <a:cxnLst/>
              <a:rect l="l" t="t" r="r" b="b"/>
              <a:pathLst>
                <a:path w="3557" h="3557" fill="none" extrusionOk="0">
                  <a:moveTo>
                    <a:pt x="3191" y="2850"/>
                  </a:moveTo>
                  <a:lnTo>
                    <a:pt x="3191" y="2850"/>
                  </a:lnTo>
                  <a:lnTo>
                    <a:pt x="3313" y="2680"/>
                  </a:lnTo>
                  <a:lnTo>
                    <a:pt x="3410" y="2509"/>
                  </a:lnTo>
                  <a:lnTo>
                    <a:pt x="3483" y="2314"/>
                  </a:lnTo>
                  <a:lnTo>
                    <a:pt x="3532" y="2095"/>
                  </a:lnTo>
                  <a:lnTo>
                    <a:pt x="3532" y="2095"/>
                  </a:lnTo>
                  <a:lnTo>
                    <a:pt x="3556" y="1925"/>
                  </a:lnTo>
                  <a:lnTo>
                    <a:pt x="3556" y="1730"/>
                  </a:lnTo>
                  <a:lnTo>
                    <a:pt x="3556" y="1559"/>
                  </a:lnTo>
                  <a:lnTo>
                    <a:pt x="3508" y="1389"/>
                  </a:lnTo>
                  <a:lnTo>
                    <a:pt x="3459" y="1218"/>
                  </a:lnTo>
                  <a:lnTo>
                    <a:pt x="3410" y="1072"/>
                  </a:lnTo>
                  <a:lnTo>
                    <a:pt x="3337" y="902"/>
                  </a:lnTo>
                  <a:lnTo>
                    <a:pt x="3240" y="756"/>
                  </a:lnTo>
                  <a:lnTo>
                    <a:pt x="3142" y="634"/>
                  </a:lnTo>
                  <a:lnTo>
                    <a:pt x="3021" y="512"/>
                  </a:lnTo>
                  <a:lnTo>
                    <a:pt x="2899" y="390"/>
                  </a:lnTo>
                  <a:lnTo>
                    <a:pt x="2753" y="293"/>
                  </a:lnTo>
                  <a:lnTo>
                    <a:pt x="2606" y="196"/>
                  </a:lnTo>
                  <a:lnTo>
                    <a:pt x="2436" y="122"/>
                  </a:lnTo>
                  <a:lnTo>
                    <a:pt x="2266" y="74"/>
                  </a:lnTo>
                  <a:lnTo>
                    <a:pt x="2095" y="25"/>
                  </a:lnTo>
                  <a:lnTo>
                    <a:pt x="2095" y="25"/>
                  </a:lnTo>
                  <a:lnTo>
                    <a:pt x="1925" y="1"/>
                  </a:lnTo>
                  <a:lnTo>
                    <a:pt x="1730" y="1"/>
                  </a:lnTo>
                  <a:lnTo>
                    <a:pt x="1559" y="1"/>
                  </a:lnTo>
                  <a:lnTo>
                    <a:pt x="1389" y="25"/>
                  </a:lnTo>
                  <a:lnTo>
                    <a:pt x="1218" y="74"/>
                  </a:lnTo>
                  <a:lnTo>
                    <a:pt x="1072" y="147"/>
                  </a:lnTo>
                  <a:lnTo>
                    <a:pt x="902" y="220"/>
                  </a:lnTo>
                  <a:lnTo>
                    <a:pt x="756" y="317"/>
                  </a:lnTo>
                  <a:lnTo>
                    <a:pt x="634" y="415"/>
                  </a:lnTo>
                  <a:lnTo>
                    <a:pt x="512" y="537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1"/>
                  </a:lnTo>
                  <a:lnTo>
                    <a:pt x="122" y="1097"/>
                  </a:lnTo>
                  <a:lnTo>
                    <a:pt x="74" y="1267"/>
                  </a:lnTo>
                  <a:lnTo>
                    <a:pt x="25" y="1462"/>
                  </a:lnTo>
                  <a:lnTo>
                    <a:pt x="25" y="1462"/>
                  </a:lnTo>
                  <a:lnTo>
                    <a:pt x="1" y="1633"/>
                  </a:lnTo>
                  <a:lnTo>
                    <a:pt x="1" y="1803"/>
                  </a:lnTo>
                  <a:lnTo>
                    <a:pt x="1" y="1998"/>
                  </a:lnTo>
                  <a:lnTo>
                    <a:pt x="25" y="2168"/>
                  </a:lnTo>
                  <a:lnTo>
                    <a:pt x="74" y="2339"/>
                  </a:lnTo>
                  <a:lnTo>
                    <a:pt x="147" y="2485"/>
                  </a:lnTo>
                  <a:lnTo>
                    <a:pt x="220" y="2655"/>
                  </a:lnTo>
                  <a:lnTo>
                    <a:pt x="317" y="2777"/>
                  </a:lnTo>
                  <a:lnTo>
                    <a:pt x="415" y="2923"/>
                  </a:lnTo>
                  <a:lnTo>
                    <a:pt x="536" y="3045"/>
                  </a:lnTo>
                  <a:lnTo>
                    <a:pt x="658" y="3167"/>
                  </a:lnTo>
                  <a:lnTo>
                    <a:pt x="804" y="3264"/>
                  </a:lnTo>
                  <a:lnTo>
                    <a:pt x="950" y="3362"/>
                  </a:lnTo>
                  <a:lnTo>
                    <a:pt x="1096" y="3435"/>
                  </a:lnTo>
                  <a:lnTo>
                    <a:pt x="1267" y="3483"/>
                  </a:lnTo>
                  <a:lnTo>
                    <a:pt x="1462" y="3532"/>
                  </a:lnTo>
                  <a:lnTo>
                    <a:pt x="1462" y="3532"/>
                  </a:lnTo>
                  <a:lnTo>
                    <a:pt x="1705" y="3557"/>
                  </a:lnTo>
                  <a:lnTo>
                    <a:pt x="1973" y="3557"/>
                  </a:lnTo>
                  <a:lnTo>
                    <a:pt x="2217" y="3508"/>
                  </a:lnTo>
                  <a:lnTo>
                    <a:pt x="2460" y="3435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22"/>
            <p:cNvSpPr/>
            <p:nvPr/>
          </p:nvSpPr>
          <p:spPr>
            <a:xfrm>
              <a:off x="5233525" y="5255225"/>
              <a:ext cx="89525" cy="89525"/>
            </a:xfrm>
            <a:custGeom>
              <a:avLst/>
              <a:gdLst/>
              <a:ahLst/>
              <a:cxnLst/>
              <a:rect l="l" t="t" r="r" b="b"/>
              <a:pathLst>
                <a:path w="3581" h="3581" fill="none" extrusionOk="0">
                  <a:moveTo>
                    <a:pt x="3215" y="707"/>
                  </a:moveTo>
                  <a:lnTo>
                    <a:pt x="3215" y="707"/>
                  </a:lnTo>
                  <a:lnTo>
                    <a:pt x="3093" y="585"/>
                  </a:lnTo>
                  <a:lnTo>
                    <a:pt x="2972" y="464"/>
                  </a:lnTo>
                  <a:lnTo>
                    <a:pt x="2850" y="342"/>
                  </a:lnTo>
                  <a:lnTo>
                    <a:pt x="2679" y="244"/>
                  </a:lnTo>
                  <a:lnTo>
                    <a:pt x="2679" y="244"/>
                  </a:lnTo>
                  <a:lnTo>
                    <a:pt x="2533" y="171"/>
                  </a:lnTo>
                  <a:lnTo>
                    <a:pt x="2363" y="98"/>
                  </a:lnTo>
                  <a:lnTo>
                    <a:pt x="2192" y="50"/>
                  </a:lnTo>
                  <a:lnTo>
                    <a:pt x="2022" y="25"/>
                  </a:lnTo>
                  <a:lnTo>
                    <a:pt x="1851" y="1"/>
                  </a:lnTo>
                  <a:lnTo>
                    <a:pt x="1681" y="25"/>
                  </a:lnTo>
                  <a:lnTo>
                    <a:pt x="1510" y="25"/>
                  </a:lnTo>
                  <a:lnTo>
                    <a:pt x="1340" y="74"/>
                  </a:lnTo>
                  <a:lnTo>
                    <a:pt x="1169" y="123"/>
                  </a:lnTo>
                  <a:lnTo>
                    <a:pt x="1023" y="196"/>
                  </a:lnTo>
                  <a:lnTo>
                    <a:pt x="877" y="269"/>
                  </a:lnTo>
                  <a:lnTo>
                    <a:pt x="731" y="366"/>
                  </a:lnTo>
                  <a:lnTo>
                    <a:pt x="585" y="488"/>
                  </a:lnTo>
                  <a:lnTo>
                    <a:pt x="463" y="610"/>
                  </a:lnTo>
                  <a:lnTo>
                    <a:pt x="341" y="731"/>
                  </a:lnTo>
                  <a:lnTo>
                    <a:pt x="244" y="902"/>
                  </a:lnTo>
                  <a:lnTo>
                    <a:pt x="244" y="902"/>
                  </a:lnTo>
                  <a:lnTo>
                    <a:pt x="171" y="1048"/>
                  </a:lnTo>
                  <a:lnTo>
                    <a:pt x="98" y="1219"/>
                  </a:lnTo>
                  <a:lnTo>
                    <a:pt x="49" y="1389"/>
                  </a:lnTo>
                  <a:lnTo>
                    <a:pt x="25" y="1560"/>
                  </a:lnTo>
                  <a:lnTo>
                    <a:pt x="0" y="1730"/>
                  </a:lnTo>
                  <a:lnTo>
                    <a:pt x="0" y="1900"/>
                  </a:lnTo>
                  <a:lnTo>
                    <a:pt x="25" y="2071"/>
                  </a:lnTo>
                  <a:lnTo>
                    <a:pt x="73" y="2241"/>
                  </a:lnTo>
                  <a:lnTo>
                    <a:pt x="122" y="2412"/>
                  </a:lnTo>
                  <a:lnTo>
                    <a:pt x="195" y="2558"/>
                  </a:lnTo>
                  <a:lnTo>
                    <a:pt x="268" y="2729"/>
                  </a:lnTo>
                  <a:lnTo>
                    <a:pt x="366" y="2850"/>
                  </a:lnTo>
                  <a:lnTo>
                    <a:pt x="463" y="2996"/>
                  </a:lnTo>
                  <a:lnTo>
                    <a:pt x="609" y="3118"/>
                  </a:lnTo>
                  <a:lnTo>
                    <a:pt x="731" y="3240"/>
                  </a:lnTo>
                  <a:lnTo>
                    <a:pt x="901" y="3337"/>
                  </a:lnTo>
                  <a:lnTo>
                    <a:pt x="901" y="3337"/>
                  </a:lnTo>
                  <a:lnTo>
                    <a:pt x="1048" y="3410"/>
                  </a:lnTo>
                  <a:lnTo>
                    <a:pt x="1218" y="3484"/>
                  </a:lnTo>
                  <a:lnTo>
                    <a:pt x="1389" y="3532"/>
                  </a:lnTo>
                  <a:lnTo>
                    <a:pt x="1559" y="3557"/>
                  </a:lnTo>
                  <a:lnTo>
                    <a:pt x="1730" y="3581"/>
                  </a:lnTo>
                  <a:lnTo>
                    <a:pt x="1900" y="3581"/>
                  </a:lnTo>
                  <a:lnTo>
                    <a:pt x="2071" y="3557"/>
                  </a:lnTo>
                  <a:lnTo>
                    <a:pt x="2241" y="3508"/>
                  </a:lnTo>
                  <a:lnTo>
                    <a:pt x="2411" y="3459"/>
                  </a:lnTo>
                  <a:lnTo>
                    <a:pt x="2558" y="3410"/>
                  </a:lnTo>
                  <a:lnTo>
                    <a:pt x="2704" y="3313"/>
                  </a:lnTo>
                  <a:lnTo>
                    <a:pt x="2850" y="3216"/>
                  </a:lnTo>
                  <a:lnTo>
                    <a:pt x="2996" y="3118"/>
                  </a:lnTo>
                  <a:lnTo>
                    <a:pt x="3118" y="2996"/>
                  </a:lnTo>
                  <a:lnTo>
                    <a:pt x="3240" y="2850"/>
                  </a:lnTo>
                  <a:lnTo>
                    <a:pt x="3337" y="2704"/>
                  </a:lnTo>
                  <a:lnTo>
                    <a:pt x="3337" y="2704"/>
                  </a:lnTo>
                  <a:lnTo>
                    <a:pt x="3459" y="2412"/>
                  </a:lnTo>
                  <a:lnTo>
                    <a:pt x="3532" y="2144"/>
                  </a:lnTo>
                  <a:lnTo>
                    <a:pt x="3581" y="1852"/>
                  </a:lnTo>
                  <a:lnTo>
                    <a:pt x="3556" y="156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22"/>
            <p:cNvSpPr/>
            <p:nvPr/>
          </p:nvSpPr>
          <p:spPr>
            <a:xfrm>
              <a:off x="5453325" y="5382475"/>
              <a:ext cx="88925" cy="88325"/>
            </a:xfrm>
            <a:custGeom>
              <a:avLst/>
              <a:gdLst/>
              <a:ahLst/>
              <a:cxnLst/>
              <a:rect l="l" t="t" r="r" b="b"/>
              <a:pathLst>
                <a:path w="3557" h="3533" fill="none" extrusionOk="0">
                  <a:moveTo>
                    <a:pt x="1389" y="1"/>
                  </a:moveTo>
                  <a:lnTo>
                    <a:pt x="1389" y="1"/>
                  </a:lnTo>
                  <a:lnTo>
                    <a:pt x="1194" y="50"/>
                  </a:lnTo>
                  <a:lnTo>
                    <a:pt x="999" y="147"/>
                  </a:lnTo>
                  <a:lnTo>
                    <a:pt x="804" y="245"/>
                  </a:lnTo>
                  <a:lnTo>
                    <a:pt x="634" y="366"/>
                  </a:lnTo>
                  <a:lnTo>
                    <a:pt x="634" y="366"/>
                  </a:lnTo>
                  <a:lnTo>
                    <a:pt x="488" y="488"/>
                  </a:lnTo>
                  <a:lnTo>
                    <a:pt x="390" y="634"/>
                  </a:lnTo>
                  <a:lnTo>
                    <a:pt x="268" y="780"/>
                  </a:lnTo>
                  <a:lnTo>
                    <a:pt x="195" y="926"/>
                  </a:lnTo>
                  <a:lnTo>
                    <a:pt x="122" y="1073"/>
                  </a:lnTo>
                  <a:lnTo>
                    <a:pt x="74" y="1243"/>
                  </a:lnTo>
                  <a:lnTo>
                    <a:pt x="25" y="1414"/>
                  </a:lnTo>
                  <a:lnTo>
                    <a:pt x="0" y="1584"/>
                  </a:lnTo>
                  <a:lnTo>
                    <a:pt x="0" y="1755"/>
                  </a:lnTo>
                  <a:lnTo>
                    <a:pt x="0" y="1925"/>
                  </a:lnTo>
                  <a:lnTo>
                    <a:pt x="25" y="2096"/>
                  </a:lnTo>
                  <a:lnTo>
                    <a:pt x="74" y="2266"/>
                  </a:lnTo>
                  <a:lnTo>
                    <a:pt x="122" y="2412"/>
                  </a:lnTo>
                  <a:lnTo>
                    <a:pt x="195" y="2583"/>
                  </a:lnTo>
                  <a:lnTo>
                    <a:pt x="293" y="2729"/>
                  </a:lnTo>
                  <a:lnTo>
                    <a:pt x="415" y="2875"/>
                  </a:lnTo>
                  <a:lnTo>
                    <a:pt x="415" y="2875"/>
                  </a:lnTo>
                  <a:lnTo>
                    <a:pt x="536" y="3021"/>
                  </a:lnTo>
                  <a:lnTo>
                    <a:pt x="658" y="3143"/>
                  </a:lnTo>
                  <a:lnTo>
                    <a:pt x="804" y="3240"/>
                  </a:lnTo>
                  <a:lnTo>
                    <a:pt x="950" y="3313"/>
                  </a:lnTo>
                  <a:lnTo>
                    <a:pt x="1121" y="3386"/>
                  </a:lnTo>
                  <a:lnTo>
                    <a:pt x="1267" y="3459"/>
                  </a:lnTo>
                  <a:lnTo>
                    <a:pt x="1437" y="3484"/>
                  </a:lnTo>
                  <a:lnTo>
                    <a:pt x="1608" y="3508"/>
                  </a:lnTo>
                  <a:lnTo>
                    <a:pt x="1778" y="3532"/>
                  </a:lnTo>
                  <a:lnTo>
                    <a:pt x="1949" y="3508"/>
                  </a:lnTo>
                  <a:lnTo>
                    <a:pt x="2119" y="3484"/>
                  </a:lnTo>
                  <a:lnTo>
                    <a:pt x="2290" y="3435"/>
                  </a:lnTo>
                  <a:lnTo>
                    <a:pt x="2460" y="3386"/>
                  </a:lnTo>
                  <a:lnTo>
                    <a:pt x="2606" y="3313"/>
                  </a:lnTo>
                  <a:lnTo>
                    <a:pt x="2777" y="3216"/>
                  </a:lnTo>
                  <a:lnTo>
                    <a:pt x="2923" y="3118"/>
                  </a:lnTo>
                  <a:lnTo>
                    <a:pt x="2923" y="3118"/>
                  </a:lnTo>
                  <a:lnTo>
                    <a:pt x="3045" y="2997"/>
                  </a:lnTo>
                  <a:lnTo>
                    <a:pt x="3167" y="2851"/>
                  </a:lnTo>
                  <a:lnTo>
                    <a:pt x="3264" y="2704"/>
                  </a:lnTo>
                  <a:lnTo>
                    <a:pt x="3361" y="2558"/>
                  </a:lnTo>
                  <a:lnTo>
                    <a:pt x="3435" y="2412"/>
                  </a:lnTo>
                  <a:lnTo>
                    <a:pt x="3483" y="2242"/>
                  </a:lnTo>
                  <a:lnTo>
                    <a:pt x="3532" y="2071"/>
                  </a:lnTo>
                  <a:lnTo>
                    <a:pt x="3556" y="1901"/>
                  </a:lnTo>
                  <a:lnTo>
                    <a:pt x="3556" y="1730"/>
                  </a:lnTo>
                  <a:lnTo>
                    <a:pt x="3556" y="1560"/>
                  </a:lnTo>
                  <a:lnTo>
                    <a:pt x="3532" y="1389"/>
                  </a:lnTo>
                  <a:lnTo>
                    <a:pt x="3483" y="1219"/>
                  </a:lnTo>
                  <a:lnTo>
                    <a:pt x="3410" y="1048"/>
                  </a:lnTo>
                  <a:lnTo>
                    <a:pt x="3337" y="902"/>
                  </a:lnTo>
                  <a:lnTo>
                    <a:pt x="3264" y="756"/>
                  </a:lnTo>
                  <a:lnTo>
                    <a:pt x="3142" y="610"/>
                  </a:lnTo>
                  <a:lnTo>
                    <a:pt x="3142" y="610"/>
                  </a:lnTo>
                  <a:lnTo>
                    <a:pt x="2972" y="415"/>
                  </a:lnTo>
                  <a:lnTo>
                    <a:pt x="2753" y="245"/>
                  </a:lnTo>
                  <a:lnTo>
                    <a:pt x="2533" y="123"/>
                  </a:lnTo>
                  <a:lnTo>
                    <a:pt x="2314" y="5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2"/>
            <p:cNvSpPr/>
            <p:nvPr/>
          </p:nvSpPr>
          <p:spPr>
            <a:xfrm>
              <a:off x="5682875" y="5188875"/>
              <a:ext cx="88925" cy="89525"/>
            </a:xfrm>
            <a:custGeom>
              <a:avLst/>
              <a:gdLst/>
              <a:ahLst/>
              <a:cxnLst/>
              <a:rect l="l" t="t" r="r" b="b"/>
              <a:pathLst>
                <a:path w="3557" h="3581" fill="none" extrusionOk="0">
                  <a:moveTo>
                    <a:pt x="0" y="2022"/>
                  </a:moveTo>
                  <a:lnTo>
                    <a:pt x="0" y="2022"/>
                  </a:lnTo>
                  <a:lnTo>
                    <a:pt x="25" y="2216"/>
                  </a:lnTo>
                  <a:lnTo>
                    <a:pt x="98" y="2411"/>
                  </a:lnTo>
                  <a:lnTo>
                    <a:pt x="98" y="2411"/>
                  </a:lnTo>
                  <a:lnTo>
                    <a:pt x="171" y="2557"/>
                  </a:lnTo>
                  <a:lnTo>
                    <a:pt x="244" y="2728"/>
                  </a:lnTo>
                  <a:lnTo>
                    <a:pt x="341" y="2874"/>
                  </a:lnTo>
                  <a:lnTo>
                    <a:pt x="463" y="2996"/>
                  </a:lnTo>
                  <a:lnTo>
                    <a:pt x="585" y="3118"/>
                  </a:lnTo>
                  <a:lnTo>
                    <a:pt x="707" y="3239"/>
                  </a:lnTo>
                  <a:lnTo>
                    <a:pt x="853" y="3337"/>
                  </a:lnTo>
                  <a:lnTo>
                    <a:pt x="999" y="3410"/>
                  </a:lnTo>
                  <a:lnTo>
                    <a:pt x="1169" y="3483"/>
                  </a:lnTo>
                  <a:lnTo>
                    <a:pt x="1340" y="3532"/>
                  </a:lnTo>
                  <a:lnTo>
                    <a:pt x="1510" y="3556"/>
                  </a:lnTo>
                  <a:lnTo>
                    <a:pt x="1681" y="3580"/>
                  </a:lnTo>
                  <a:lnTo>
                    <a:pt x="1851" y="3580"/>
                  </a:lnTo>
                  <a:lnTo>
                    <a:pt x="2022" y="3556"/>
                  </a:lnTo>
                  <a:lnTo>
                    <a:pt x="2192" y="3532"/>
                  </a:lnTo>
                  <a:lnTo>
                    <a:pt x="2363" y="3459"/>
                  </a:lnTo>
                  <a:lnTo>
                    <a:pt x="2363" y="3459"/>
                  </a:lnTo>
                  <a:lnTo>
                    <a:pt x="2533" y="3410"/>
                  </a:lnTo>
                  <a:lnTo>
                    <a:pt x="2704" y="3312"/>
                  </a:lnTo>
                  <a:lnTo>
                    <a:pt x="2850" y="3215"/>
                  </a:lnTo>
                  <a:lnTo>
                    <a:pt x="2972" y="3093"/>
                  </a:lnTo>
                  <a:lnTo>
                    <a:pt x="3093" y="2971"/>
                  </a:lnTo>
                  <a:lnTo>
                    <a:pt x="3215" y="2850"/>
                  </a:lnTo>
                  <a:lnTo>
                    <a:pt x="3288" y="2704"/>
                  </a:lnTo>
                  <a:lnTo>
                    <a:pt x="3386" y="2557"/>
                  </a:lnTo>
                  <a:lnTo>
                    <a:pt x="3434" y="2387"/>
                  </a:lnTo>
                  <a:lnTo>
                    <a:pt x="3483" y="2216"/>
                  </a:lnTo>
                  <a:lnTo>
                    <a:pt x="3532" y="2070"/>
                  </a:lnTo>
                  <a:lnTo>
                    <a:pt x="3556" y="1875"/>
                  </a:lnTo>
                  <a:lnTo>
                    <a:pt x="3556" y="1705"/>
                  </a:lnTo>
                  <a:lnTo>
                    <a:pt x="3532" y="1534"/>
                  </a:lnTo>
                  <a:lnTo>
                    <a:pt x="3507" y="1364"/>
                  </a:lnTo>
                  <a:lnTo>
                    <a:pt x="3434" y="1194"/>
                  </a:lnTo>
                  <a:lnTo>
                    <a:pt x="3434" y="1194"/>
                  </a:lnTo>
                  <a:lnTo>
                    <a:pt x="3361" y="1023"/>
                  </a:lnTo>
                  <a:lnTo>
                    <a:pt x="3288" y="853"/>
                  </a:lnTo>
                  <a:lnTo>
                    <a:pt x="3191" y="706"/>
                  </a:lnTo>
                  <a:lnTo>
                    <a:pt x="3069" y="585"/>
                  </a:lnTo>
                  <a:lnTo>
                    <a:pt x="2947" y="463"/>
                  </a:lnTo>
                  <a:lnTo>
                    <a:pt x="2825" y="341"/>
                  </a:lnTo>
                  <a:lnTo>
                    <a:pt x="2679" y="268"/>
                  </a:lnTo>
                  <a:lnTo>
                    <a:pt x="2533" y="171"/>
                  </a:lnTo>
                  <a:lnTo>
                    <a:pt x="2363" y="122"/>
                  </a:lnTo>
                  <a:lnTo>
                    <a:pt x="2192" y="73"/>
                  </a:lnTo>
                  <a:lnTo>
                    <a:pt x="2022" y="24"/>
                  </a:lnTo>
                  <a:lnTo>
                    <a:pt x="1851" y="24"/>
                  </a:lnTo>
                  <a:lnTo>
                    <a:pt x="1681" y="0"/>
                  </a:lnTo>
                  <a:lnTo>
                    <a:pt x="1510" y="24"/>
                  </a:lnTo>
                  <a:lnTo>
                    <a:pt x="1340" y="73"/>
                  </a:lnTo>
                  <a:lnTo>
                    <a:pt x="1169" y="122"/>
                  </a:lnTo>
                  <a:lnTo>
                    <a:pt x="1169" y="122"/>
                  </a:lnTo>
                  <a:lnTo>
                    <a:pt x="974" y="195"/>
                  </a:lnTo>
                  <a:lnTo>
                    <a:pt x="804" y="292"/>
                  </a:lnTo>
                  <a:lnTo>
                    <a:pt x="658" y="390"/>
                  </a:lnTo>
                  <a:lnTo>
                    <a:pt x="512" y="512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0"/>
                  </a:lnTo>
                  <a:lnTo>
                    <a:pt x="122" y="112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2"/>
            <p:cNvSpPr/>
            <p:nvPr/>
          </p:nvSpPr>
          <p:spPr>
            <a:xfrm>
              <a:off x="5411925" y="5110925"/>
              <a:ext cx="188775" cy="189400"/>
            </a:xfrm>
            <a:custGeom>
              <a:avLst/>
              <a:gdLst/>
              <a:ahLst/>
              <a:cxnLst/>
              <a:rect l="l" t="t" r="r" b="b"/>
              <a:pathLst>
                <a:path w="7551" h="7576" fill="none" extrusionOk="0">
                  <a:moveTo>
                    <a:pt x="0" y="3776"/>
                  </a:moveTo>
                  <a:lnTo>
                    <a:pt x="0" y="3776"/>
                  </a:lnTo>
                  <a:lnTo>
                    <a:pt x="25" y="3410"/>
                  </a:lnTo>
                  <a:lnTo>
                    <a:pt x="73" y="3021"/>
                  </a:lnTo>
                  <a:lnTo>
                    <a:pt x="171" y="2655"/>
                  </a:lnTo>
                  <a:lnTo>
                    <a:pt x="293" y="2314"/>
                  </a:lnTo>
                  <a:lnTo>
                    <a:pt x="463" y="1973"/>
                  </a:lnTo>
                  <a:lnTo>
                    <a:pt x="658" y="1681"/>
                  </a:lnTo>
                  <a:lnTo>
                    <a:pt x="877" y="1389"/>
                  </a:lnTo>
                  <a:lnTo>
                    <a:pt x="1121" y="1121"/>
                  </a:lnTo>
                  <a:lnTo>
                    <a:pt x="1389" y="877"/>
                  </a:lnTo>
                  <a:lnTo>
                    <a:pt x="1656" y="658"/>
                  </a:lnTo>
                  <a:lnTo>
                    <a:pt x="1973" y="463"/>
                  </a:lnTo>
                  <a:lnTo>
                    <a:pt x="2314" y="293"/>
                  </a:lnTo>
                  <a:lnTo>
                    <a:pt x="2655" y="171"/>
                  </a:lnTo>
                  <a:lnTo>
                    <a:pt x="3020" y="74"/>
                  </a:lnTo>
                  <a:lnTo>
                    <a:pt x="3386" y="25"/>
                  </a:lnTo>
                  <a:lnTo>
                    <a:pt x="3775" y="1"/>
                  </a:lnTo>
                  <a:lnTo>
                    <a:pt x="3775" y="1"/>
                  </a:lnTo>
                  <a:lnTo>
                    <a:pt x="4165" y="25"/>
                  </a:lnTo>
                  <a:lnTo>
                    <a:pt x="4555" y="74"/>
                  </a:lnTo>
                  <a:lnTo>
                    <a:pt x="4896" y="171"/>
                  </a:lnTo>
                  <a:lnTo>
                    <a:pt x="5261" y="293"/>
                  </a:lnTo>
                  <a:lnTo>
                    <a:pt x="5578" y="463"/>
                  </a:lnTo>
                  <a:lnTo>
                    <a:pt x="5894" y="658"/>
                  </a:lnTo>
                  <a:lnTo>
                    <a:pt x="6186" y="877"/>
                  </a:lnTo>
                  <a:lnTo>
                    <a:pt x="6454" y="1121"/>
                  </a:lnTo>
                  <a:lnTo>
                    <a:pt x="6698" y="1389"/>
                  </a:lnTo>
                  <a:lnTo>
                    <a:pt x="6917" y="1681"/>
                  </a:lnTo>
                  <a:lnTo>
                    <a:pt x="7112" y="1973"/>
                  </a:lnTo>
                  <a:lnTo>
                    <a:pt x="7258" y="2314"/>
                  </a:lnTo>
                  <a:lnTo>
                    <a:pt x="7404" y="2655"/>
                  </a:lnTo>
                  <a:lnTo>
                    <a:pt x="7477" y="3021"/>
                  </a:lnTo>
                  <a:lnTo>
                    <a:pt x="7550" y="3410"/>
                  </a:lnTo>
                  <a:lnTo>
                    <a:pt x="7550" y="3776"/>
                  </a:lnTo>
                  <a:lnTo>
                    <a:pt x="7550" y="3776"/>
                  </a:lnTo>
                  <a:lnTo>
                    <a:pt x="7550" y="4165"/>
                  </a:lnTo>
                  <a:lnTo>
                    <a:pt x="7477" y="4555"/>
                  </a:lnTo>
                  <a:lnTo>
                    <a:pt x="7404" y="4920"/>
                  </a:lnTo>
                  <a:lnTo>
                    <a:pt x="7258" y="5261"/>
                  </a:lnTo>
                  <a:lnTo>
                    <a:pt x="7112" y="5578"/>
                  </a:lnTo>
                  <a:lnTo>
                    <a:pt x="6917" y="5895"/>
                  </a:lnTo>
                  <a:lnTo>
                    <a:pt x="6698" y="6187"/>
                  </a:lnTo>
                  <a:lnTo>
                    <a:pt x="6454" y="6455"/>
                  </a:lnTo>
                  <a:lnTo>
                    <a:pt x="6186" y="6698"/>
                  </a:lnTo>
                  <a:lnTo>
                    <a:pt x="5894" y="6917"/>
                  </a:lnTo>
                  <a:lnTo>
                    <a:pt x="5578" y="7112"/>
                  </a:lnTo>
                  <a:lnTo>
                    <a:pt x="5261" y="7258"/>
                  </a:lnTo>
                  <a:lnTo>
                    <a:pt x="4896" y="7405"/>
                  </a:lnTo>
                  <a:lnTo>
                    <a:pt x="4555" y="7478"/>
                  </a:lnTo>
                  <a:lnTo>
                    <a:pt x="4165" y="7551"/>
                  </a:lnTo>
                  <a:lnTo>
                    <a:pt x="3775" y="7575"/>
                  </a:lnTo>
                  <a:lnTo>
                    <a:pt x="3775" y="7575"/>
                  </a:lnTo>
                  <a:lnTo>
                    <a:pt x="3386" y="7551"/>
                  </a:lnTo>
                  <a:lnTo>
                    <a:pt x="3020" y="7478"/>
                  </a:lnTo>
                  <a:lnTo>
                    <a:pt x="2655" y="7405"/>
                  </a:lnTo>
                  <a:lnTo>
                    <a:pt x="2314" y="7258"/>
                  </a:lnTo>
                  <a:lnTo>
                    <a:pt x="1973" y="7112"/>
                  </a:lnTo>
                  <a:lnTo>
                    <a:pt x="1656" y="6917"/>
                  </a:lnTo>
                  <a:lnTo>
                    <a:pt x="1389" y="6698"/>
                  </a:lnTo>
                  <a:lnTo>
                    <a:pt x="1121" y="6455"/>
                  </a:lnTo>
                  <a:lnTo>
                    <a:pt x="877" y="6187"/>
                  </a:lnTo>
                  <a:lnTo>
                    <a:pt x="658" y="5895"/>
                  </a:lnTo>
                  <a:lnTo>
                    <a:pt x="463" y="5578"/>
                  </a:lnTo>
                  <a:lnTo>
                    <a:pt x="293" y="5261"/>
                  </a:lnTo>
                  <a:lnTo>
                    <a:pt x="171" y="4920"/>
                  </a:lnTo>
                  <a:lnTo>
                    <a:pt x="73" y="4555"/>
                  </a:lnTo>
                  <a:lnTo>
                    <a:pt x="25" y="4165"/>
                  </a:lnTo>
                  <a:lnTo>
                    <a:pt x="0" y="3776"/>
                  </a:lnTo>
                  <a:lnTo>
                    <a:pt x="0" y="3776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22"/>
            <p:cNvSpPr/>
            <p:nvPr/>
          </p:nvSpPr>
          <p:spPr>
            <a:xfrm>
              <a:off x="5367475" y="5025075"/>
              <a:ext cx="81600" cy="105975"/>
            </a:xfrm>
            <a:custGeom>
              <a:avLst/>
              <a:gdLst/>
              <a:ahLst/>
              <a:cxnLst/>
              <a:rect l="l" t="t" r="r" b="b"/>
              <a:pathLst>
                <a:path w="3264" h="4239" fill="none" extrusionOk="0">
                  <a:moveTo>
                    <a:pt x="0" y="1"/>
                  </a:moveTo>
                  <a:lnTo>
                    <a:pt x="3264" y="4238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2"/>
            <p:cNvSpPr/>
            <p:nvPr/>
          </p:nvSpPr>
          <p:spPr>
            <a:xfrm>
              <a:off x="5567800" y="4999500"/>
              <a:ext cx="115100" cy="133975"/>
            </a:xfrm>
            <a:custGeom>
              <a:avLst/>
              <a:gdLst/>
              <a:ahLst/>
              <a:cxnLst/>
              <a:rect l="l" t="t" r="r" b="b"/>
              <a:pathLst>
                <a:path w="4604" h="5359" fill="none" extrusionOk="0">
                  <a:moveTo>
                    <a:pt x="0" y="5359"/>
                  </a:moveTo>
                  <a:lnTo>
                    <a:pt x="4603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2"/>
            <p:cNvSpPr/>
            <p:nvPr/>
          </p:nvSpPr>
          <p:spPr>
            <a:xfrm>
              <a:off x="5600075" y="5217475"/>
              <a:ext cx="127275" cy="16475"/>
            </a:xfrm>
            <a:custGeom>
              <a:avLst/>
              <a:gdLst/>
              <a:ahLst/>
              <a:cxnLst/>
              <a:rect l="l" t="t" r="r" b="b"/>
              <a:pathLst>
                <a:path w="5091" h="659" fill="none" extrusionOk="0">
                  <a:moveTo>
                    <a:pt x="5090" y="658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22"/>
            <p:cNvSpPr/>
            <p:nvPr/>
          </p:nvSpPr>
          <p:spPr>
            <a:xfrm>
              <a:off x="5497775" y="5299675"/>
              <a:ext cx="4900" cy="126675"/>
            </a:xfrm>
            <a:custGeom>
              <a:avLst/>
              <a:gdLst/>
              <a:ahLst/>
              <a:cxnLst/>
              <a:rect l="l" t="t" r="r" b="b"/>
              <a:pathLst>
                <a:path w="196" h="5067" fill="none" extrusionOk="0">
                  <a:moveTo>
                    <a:pt x="0" y="5067"/>
                  </a:moveTo>
                  <a:lnTo>
                    <a:pt x="195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22"/>
            <p:cNvSpPr/>
            <p:nvPr/>
          </p:nvSpPr>
          <p:spPr>
            <a:xfrm>
              <a:off x="5277975" y="5241825"/>
              <a:ext cx="141275" cy="58500"/>
            </a:xfrm>
            <a:custGeom>
              <a:avLst/>
              <a:gdLst/>
              <a:ahLst/>
              <a:cxnLst/>
              <a:rect l="l" t="t" r="r" b="b"/>
              <a:pathLst>
                <a:path w="5651" h="2340" fill="none" extrusionOk="0">
                  <a:moveTo>
                    <a:pt x="0" y="2339"/>
                  </a:moveTo>
                  <a:lnTo>
                    <a:pt x="5651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" name="Elipse 18"/>
          <p:cNvSpPr/>
          <p:nvPr/>
        </p:nvSpPr>
        <p:spPr>
          <a:xfrm>
            <a:off x="3805803" y="2956425"/>
            <a:ext cx="971680" cy="49956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0" name="Conector em curva 19"/>
          <p:cNvCxnSpPr>
            <a:stCxn id="19" idx="0"/>
          </p:cNvCxnSpPr>
          <p:nvPr/>
        </p:nvCxnSpPr>
        <p:spPr>
          <a:xfrm rot="5400000" flipH="1" flipV="1">
            <a:off x="4811458" y="815822"/>
            <a:ext cx="1620788" cy="2660419"/>
          </a:xfrm>
          <a:prstGeom prst="curvedConnector2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em curva 30"/>
          <p:cNvCxnSpPr/>
          <p:nvPr/>
        </p:nvCxnSpPr>
        <p:spPr>
          <a:xfrm rot="16200000" flipV="1">
            <a:off x="6532592" y="2837440"/>
            <a:ext cx="544530" cy="294405"/>
          </a:xfrm>
          <a:prstGeom prst="curvedConnector3">
            <a:avLst>
              <a:gd name="adj1" fmla="val 125472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/>
          <p:cNvSpPr txBox="1"/>
          <p:nvPr/>
        </p:nvSpPr>
        <p:spPr>
          <a:xfrm>
            <a:off x="7012143" y="1181748"/>
            <a:ext cx="8515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smtClean="0"/>
              <a:t>COMO?</a:t>
            </a:r>
            <a:endParaRPr lang="pt-BR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36"/>
          <p:cNvSpPr txBox="1">
            <a:spLocks noGrp="1"/>
          </p:cNvSpPr>
          <p:nvPr>
            <p:ph type="ctrTitle"/>
          </p:nvPr>
        </p:nvSpPr>
        <p:spPr>
          <a:xfrm>
            <a:off x="463525" y="2871148"/>
            <a:ext cx="4094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FRONT EM HTML</a:t>
            </a:r>
            <a:endParaRPr dirty="0"/>
          </a:p>
        </p:txBody>
      </p:sp>
      <p:sp>
        <p:nvSpPr>
          <p:cNvPr id="557" name="Google Shape;557;p36"/>
          <p:cNvSpPr txBox="1">
            <a:spLocks noGrp="1"/>
          </p:cNvSpPr>
          <p:nvPr>
            <p:ph type="subTitle" idx="1"/>
          </p:nvPr>
        </p:nvSpPr>
        <p:spPr>
          <a:xfrm>
            <a:off x="463525" y="3975449"/>
            <a:ext cx="4094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 dirty="0" smtClean="0"/>
              <a:t>O que vem depois de um Backend?</a:t>
            </a:r>
            <a:endParaRPr dirty="0"/>
          </a:p>
        </p:txBody>
      </p:sp>
      <p:sp>
        <p:nvSpPr>
          <p:cNvPr id="558" name="Google Shape;558;p36"/>
          <p:cNvSpPr txBox="1"/>
          <p:nvPr/>
        </p:nvSpPr>
        <p:spPr>
          <a:xfrm>
            <a:off x="463525" y="0"/>
            <a:ext cx="2181600" cy="31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 b="1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2</a:t>
            </a:r>
            <a:endParaRPr sz="3000" b="1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" name="Espaço Reservado para Número de Slide 1"/>
          <p:cNvSpPr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 smtClean="0"/>
              <a:t>10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98281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056" y="921517"/>
            <a:ext cx="4678136" cy="163558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Espaço Reservado para Número de Slide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11</a:t>
            </a:fld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1022698" y="1577100"/>
            <a:ext cx="883986" cy="32442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1133631" y="2188484"/>
            <a:ext cx="1202077" cy="29923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7" name="Conector em curva 6"/>
          <p:cNvCxnSpPr>
            <a:stCxn id="33" idx="1"/>
            <a:endCxn id="5" idx="2"/>
          </p:cNvCxnSpPr>
          <p:nvPr/>
        </p:nvCxnSpPr>
        <p:spPr>
          <a:xfrm rot="10800000" flipH="1">
            <a:off x="705702" y="1739311"/>
            <a:ext cx="316996" cy="1148398"/>
          </a:xfrm>
          <a:prstGeom prst="curvedConnector3">
            <a:avLst>
              <a:gd name="adj1" fmla="val -72114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em curva 22"/>
          <p:cNvCxnSpPr>
            <a:stCxn id="34" idx="1"/>
            <a:endCxn id="6" idx="2"/>
          </p:cNvCxnSpPr>
          <p:nvPr/>
        </p:nvCxnSpPr>
        <p:spPr>
          <a:xfrm rot="10800000" flipH="1">
            <a:off x="705701" y="2338102"/>
            <a:ext cx="427930" cy="881844"/>
          </a:xfrm>
          <a:prstGeom prst="curvedConnector3">
            <a:avLst>
              <a:gd name="adj1" fmla="val -5342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/>
          <p:cNvSpPr txBox="1"/>
          <p:nvPr/>
        </p:nvSpPr>
        <p:spPr>
          <a:xfrm>
            <a:off x="705702" y="2733820"/>
            <a:ext cx="76931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i="1" dirty="0" smtClean="0"/>
              <a:t>Pasta de </a:t>
            </a:r>
            <a:r>
              <a:rPr lang="pt-BR" b="1" i="1" dirty="0" err="1" smtClean="0"/>
              <a:t>HTML’s</a:t>
            </a:r>
            <a:r>
              <a:rPr lang="pt-BR" b="1" i="1" dirty="0" smtClean="0"/>
              <a:t> </a:t>
            </a:r>
            <a:r>
              <a:rPr lang="pt-BR" dirty="0" smtClean="0"/>
              <a:t>(da acesso para a entrada dos filmes e contém as funcionalidades básicas).</a:t>
            </a:r>
            <a:endParaRPr lang="pt-BR" dirty="0"/>
          </a:p>
        </p:txBody>
      </p:sp>
      <p:sp>
        <p:nvSpPr>
          <p:cNvPr id="34" name="CaixaDeTexto 33"/>
          <p:cNvSpPr txBox="1"/>
          <p:nvPr/>
        </p:nvSpPr>
        <p:spPr>
          <a:xfrm>
            <a:off x="705701" y="3066057"/>
            <a:ext cx="5731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i="1" dirty="0" smtClean="0"/>
              <a:t>Index </a:t>
            </a:r>
            <a:r>
              <a:rPr lang="pt-BR" dirty="0" smtClean="0"/>
              <a:t>(tem a função de estabelecer uma conexão com </a:t>
            </a:r>
            <a:r>
              <a:rPr lang="pt-BR" b="1" i="1" dirty="0" err="1" smtClean="0"/>
              <a:t>Menu_filmes</a:t>
            </a:r>
            <a:r>
              <a:rPr lang="pt-BR" dirty="0" smtClean="0"/>
              <a:t>).</a:t>
            </a:r>
            <a:endParaRPr lang="pt-BR" dirty="0"/>
          </a:p>
        </p:txBody>
      </p:sp>
      <p:sp>
        <p:nvSpPr>
          <p:cNvPr id="35" name="CaixaDeTexto 34"/>
          <p:cNvSpPr txBox="1"/>
          <p:nvPr/>
        </p:nvSpPr>
        <p:spPr>
          <a:xfrm>
            <a:off x="503057" y="3552182"/>
            <a:ext cx="515452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 smtClean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Para a exibição e execução do sistema (</a:t>
            </a:r>
            <a:r>
              <a:rPr lang="pt-BR" sz="1600" b="1" dirty="0" err="1" smtClean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Rotten</a:t>
            </a:r>
            <a:r>
              <a:rPr lang="pt-BR" sz="1600" b="1" dirty="0" smtClean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lang="pt-BR" sz="1600" b="1" dirty="0" err="1" smtClean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Flesh</a:t>
            </a:r>
            <a:r>
              <a:rPr lang="pt-BR" sz="1600" b="1" dirty="0" smtClean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) ao invés de fazer uma interface por Java, optou-se fazer uma interface em HTML que teria os arquivos Java de forma externa. Trazendo assim as funções presentes no mesmo.</a:t>
            </a:r>
            <a:endParaRPr lang="pt-BR" b="1" dirty="0"/>
          </a:p>
        </p:txBody>
      </p:sp>
      <p:cxnSp>
        <p:nvCxnSpPr>
          <p:cNvPr id="37" name="Conector reto 36"/>
          <p:cNvCxnSpPr/>
          <p:nvPr/>
        </p:nvCxnSpPr>
        <p:spPr>
          <a:xfrm>
            <a:off x="0" y="3716643"/>
            <a:ext cx="503058" cy="16"/>
          </a:xfrm>
          <a:prstGeom prst="line">
            <a:avLst/>
          </a:prstGeom>
          <a:ln w="28575">
            <a:solidFill>
              <a:schemeClr val="accent5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CaixaDeTexto 43"/>
          <p:cNvSpPr txBox="1"/>
          <p:nvPr/>
        </p:nvSpPr>
        <p:spPr>
          <a:xfrm rot="394456">
            <a:off x="7234904" y="3603129"/>
            <a:ext cx="3472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/>
              <a:t>?</a:t>
            </a:r>
            <a:endParaRPr lang="pt-BR" sz="3600" dirty="0"/>
          </a:p>
        </p:txBody>
      </p:sp>
      <p:sp>
        <p:nvSpPr>
          <p:cNvPr id="58" name="Google Shape;907;p46"/>
          <p:cNvSpPr/>
          <p:nvPr/>
        </p:nvSpPr>
        <p:spPr>
          <a:xfrm>
            <a:off x="6658112" y="3605860"/>
            <a:ext cx="1153416" cy="640873"/>
          </a:xfrm>
          <a:custGeom>
            <a:avLst/>
            <a:gdLst/>
            <a:ahLst/>
            <a:cxnLst/>
            <a:rect l="l" t="t" r="r" b="b"/>
            <a:pathLst>
              <a:path w="16173" h="14711" fill="none" extrusionOk="0">
                <a:moveTo>
                  <a:pt x="8087" y="1"/>
                </a:moveTo>
                <a:lnTo>
                  <a:pt x="8087" y="1"/>
                </a:lnTo>
                <a:lnTo>
                  <a:pt x="7672" y="1"/>
                </a:lnTo>
                <a:lnTo>
                  <a:pt x="7258" y="25"/>
                </a:lnTo>
                <a:lnTo>
                  <a:pt x="6844" y="74"/>
                </a:lnTo>
                <a:lnTo>
                  <a:pt x="6455" y="122"/>
                </a:lnTo>
                <a:lnTo>
                  <a:pt x="6065" y="195"/>
                </a:lnTo>
                <a:lnTo>
                  <a:pt x="5675" y="293"/>
                </a:lnTo>
                <a:lnTo>
                  <a:pt x="5310" y="415"/>
                </a:lnTo>
                <a:lnTo>
                  <a:pt x="4945" y="536"/>
                </a:lnTo>
                <a:lnTo>
                  <a:pt x="4579" y="658"/>
                </a:lnTo>
                <a:lnTo>
                  <a:pt x="4238" y="829"/>
                </a:lnTo>
                <a:lnTo>
                  <a:pt x="3897" y="975"/>
                </a:lnTo>
                <a:lnTo>
                  <a:pt x="3557" y="1170"/>
                </a:lnTo>
                <a:lnTo>
                  <a:pt x="3240" y="1364"/>
                </a:lnTo>
                <a:lnTo>
                  <a:pt x="2948" y="1559"/>
                </a:lnTo>
                <a:lnTo>
                  <a:pt x="2655" y="1778"/>
                </a:lnTo>
                <a:lnTo>
                  <a:pt x="2363" y="1998"/>
                </a:lnTo>
                <a:lnTo>
                  <a:pt x="2095" y="2241"/>
                </a:lnTo>
                <a:lnTo>
                  <a:pt x="1852" y="2485"/>
                </a:lnTo>
                <a:lnTo>
                  <a:pt x="1608" y="2753"/>
                </a:lnTo>
                <a:lnTo>
                  <a:pt x="1389" y="3021"/>
                </a:lnTo>
                <a:lnTo>
                  <a:pt x="1170" y="3288"/>
                </a:lnTo>
                <a:lnTo>
                  <a:pt x="975" y="3581"/>
                </a:lnTo>
                <a:lnTo>
                  <a:pt x="804" y="3873"/>
                </a:lnTo>
                <a:lnTo>
                  <a:pt x="634" y="4190"/>
                </a:lnTo>
                <a:lnTo>
                  <a:pt x="488" y="4506"/>
                </a:lnTo>
                <a:lnTo>
                  <a:pt x="366" y="4823"/>
                </a:lnTo>
                <a:lnTo>
                  <a:pt x="244" y="5139"/>
                </a:lnTo>
                <a:lnTo>
                  <a:pt x="171" y="5480"/>
                </a:lnTo>
                <a:lnTo>
                  <a:pt x="98" y="5821"/>
                </a:lnTo>
                <a:lnTo>
                  <a:pt x="49" y="6162"/>
                </a:lnTo>
                <a:lnTo>
                  <a:pt x="1" y="6503"/>
                </a:lnTo>
                <a:lnTo>
                  <a:pt x="1" y="6869"/>
                </a:lnTo>
                <a:lnTo>
                  <a:pt x="1" y="6869"/>
                </a:lnTo>
                <a:lnTo>
                  <a:pt x="1" y="7234"/>
                </a:lnTo>
                <a:lnTo>
                  <a:pt x="49" y="7624"/>
                </a:lnTo>
                <a:lnTo>
                  <a:pt x="98" y="7989"/>
                </a:lnTo>
                <a:lnTo>
                  <a:pt x="196" y="8330"/>
                </a:lnTo>
                <a:lnTo>
                  <a:pt x="293" y="8695"/>
                </a:lnTo>
                <a:lnTo>
                  <a:pt x="415" y="9036"/>
                </a:lnTo>
                <a:lnTo>
                  <a:pt x="561" y="9377"/>
                </a:lnTo>
                <a:lnTo>
                  <a:pt x="731" y="9718"/>
                </a:lnTo>
                <a:lnTo>
                  <a:pt x="902" y="10035"/>
                </a:lnTo>
                <a:lnTo>
                  <a:pt x="1097" y="10327"/>
                </a:lnTo>
                <a:lnTo>
                  <a:pt x="1340" y="10644"/>
                </a:lnTo>
                <a:lnTo>
                  <a:pt x="1559" y="10936"/>
                </a:lnTo>
                <a:lnTo>
                  <a:pt x="1827" y="11204"/>
                </a:lnTo>
                <a:lnTo>
                  <a:pt x="2095" y="11472"/>
                </a:lnTo>
                <a:lnTo>
                  <a:pt x="2387" y="11740"/>
                </a:lnTo>
                <a:lnTo>
                  <a:pt x="2680" y="11983"/>
                </a:lnTo>
                <a:lnTo>
                  <a:pt x="2680" y="11983"/>
                </a:lnTo>
                <a:lnTo>
                  <a:pt x="2485" y="12349"/>
                </a:lnTo>
                <a:lnTo>
                  <a:pt x="2266" y="12714"/>
                </a:lnTo>
                <a:lnTo>
                  <a:pt x="2022" y="13104"/>
                </a:lnTo>
                <a:lnTo>
                  <a:pt x="1706" y="13469"/>
                </a:lnTo>
                <a:lnTo>
                  <a:pt x="1365" y="13834"/>
                </a:lnTo>
                <a:lnTo>
                  <a:pt x="1170" y="14005"/>
                </a:lnTo>
                <a:lnTo>
                  <a:pt x="951" y="14151"/>
                </a:lnTo>
                <a:lnTo>
                  <a:pt x="731" y="14297"/>
                </a:lnTo>
                <a:lnTo>
                  <a:pt x="512" y="14443"/>
                </a:lnTo>
                <a:lnTo>
                  <a:pt x="269" y="14540"/>
                </a:lnTo>
                <a:lnTo>
                  <a:pt x="1" y="14662"/>
                </a:lnTo>
                <a:lnTo>
                  <a:pt x="1" y="14662"/>
                </a:lnTo>
                <a:lnTo>
                  <a:pt x="122" y="14662"/>
                </a:lnTo>
                <a:lnTo>
                  <a:pt x="488" y="14711"/>
                </a:lnTo>
                <a:lnTo>
                  <a:pt x="1024" y="14711"/>
                </a:lnTo>
                <a:lnTo>
                  <a:pt x="1365" y="14711"/>
                </a:lnTo>
                <a:lnTo>
                  <a:pt x="1706" y="14687"/>
                </a:lnTo>
                <a:lnTo>
                  <a:pt x="2095" y="14614"/>
                </a:lnTo>
                <a:lnTo>
                  <a:pt x="2485" y="14540"/>
                </a:lnTo>
                <a:lnTo>
                  <a:pt x="2899" y="14419"/>
                </a:lnTo>
                <a:lnTo>
                  <a:pt x="3313" y="14273"/>
                </a:lnTo>
                <a:lnTo>
                  <a:pt x="3751" y="14078"/>
                </a:lnTo>
                <a:lnTo>
                  <a:pt x="4165" y="13834"/>
                </a:lnTo>
                <a:lnTo>
                  <a:pt x="4579" y="13566"/>
                </a:lnTo>
                <a:lnTo>
                  <a:pt x="4969" y="13201"/>
                </a:lnTo>
                <a:lnTo>
                  <a:pt x="4969" y="13201"/>
                </a:lnTo>
                <a:lnTo>
                  <a:pt x="5334" y="13323"/>
                </a:lnTo>
                <a:lnTo>
                  <a:pt x="5700" y="13444"/>
                </a:lnTo>
                <a:lnTo>
                  <a:pt x="6089" y="13518"/>
                </a:lnTo>
                <a:lnTo>
                  <a:pt x="6479" y="13591"/>
                </a:lnTo>
                <a:lnTo>
                  <a:pt x="6869" y="13664"/>
                </a:lnTo>
                <a:lnTo>
                  <a:pt x="7258" y="13712"/>
                </a:lnTo>
                <a:lnTo>
                  <a:pt x="7672" y="13737"/>
                </a:lnTo>
                <a:lnTo>
                  <a:pt x="8087" y="13737"/>
                </a:lnTo>
                <a:lnTo>
                  <a:pt x="8087" y="13737"/>
                </a:lnTo>
                <a:lnTo>
                  <a:pt x="8501" y="13737"/>
                </a:lnTo>
                <a:lnTo>
                  <a:pt x="8915" y="13712"/>
                </a:lnTo>
                <a:lnTo>
                  <a:pt x="9329" y="13664"/>
                </a:lnTo>
                <a:lnTo>
                  <a:pt x="9718" y="13591"/>
                </a:lnTo>
                <a:lnTo>
                  <a:pt x="10108" y="13518"/>
                </a:lnTo>
                <a:lnTo>
                  <a:pt x="10498" y="13420"/>
                </a:lnTo>
                <a:lnTo>
                  <a:pt x="10863" y="13323"/>
                </a:lnTo>
                <a:lnTo>
                  <a:pt x="11228" y="13201"/>
                </a:lnTo>
                <a:lnTo>
                  <a:pt x="11594" y="13055"/>
                </a:lnTo>
                <a:lnTo>
                  <a:pt x="11935" y="12909"/>
                </a:lnTo>
                <a:lnTo>
                  <a:pt x="12276" y="12738"/>
                </a:lnTo>
                <a:lnTo>
                  <a:pt x="12617" y="12568"/>
                </a:lnTo>
                <a:lnTo>
                  <a:pt x="12933" y="12373"/>
                </a:lnTo>
                <a:lnTo>
                  <a:pt x="13225" y="12178"/>
                </a:lnTo>
                <a:lnTo>
                  <a:pt x="13518" y="11959"/>
                </a:lnTo>
                <a:lnTo>
                  <a:pt x="13810" y="11715"/>
                </a:lnTo>
                <a:lnTo>
                  <a:pt x="14078" y="11496"/>
                </a:lnTo>
                <a:lnTo>
                  <a:pt x="14321" y="11228"/>
                </a:lnTo>
                <a:lnTo>
                  <a:pt x="14565" y="10985"/>
                </a:lnTo>
                <a:lnTo>
                  <a:pt x="14784" y="10717"/>
                </a:lnTo>
                <a:lnTo>
                  <a:pt x="15003" y="10424"/>
                </a:lnTo>
                <a:lnTo>
                  <a:pt x="15198" y="10132"/>
                </a:lnTo>
                <a:lnTo>
                  <a:pt x="15369" y="9840"/>
                </a:lnTo>
                <a:lnTo>
                  <a:pt x="15539" y="9548"/>
                </a:lnTo>
                <a:lnTo>
                  <a:pt x="15685" y="9231"/>
                </a:lnTo>
                <a:lnTo>
                  <a:pt x="15807" y="8914"/>
                </a:lnTo>
                <a:lnTo>
                  <a:pt x="15929" y="8574"/>
                </a:lnTo>
                <a:lnTo>
                  <a:pt x="16002" y="8257"/>
                </a:lnTo>
                <a:lnTo>
                  <a:pt x="16075" y="7916"/>
                </a:lnTo>
                <a:lnTo>
                  <a:pt x="16124" y="7575"/>
                </a:lnTo>
                <a:lnTo>
                  <a:pt x="16172" y="7210"/>
                </a:lnTo>
                <a:lnTo>
                  <a:pt x="16172" y="6869"/>
                </a:lnTo>
                <a:lnTo>
                  <a:pt x="16172" y="6869"/>
                </a:lnTo>
                <a:lnTo>
                  <a:pt x="16172" y="6503"/>
                </a:lnTo>
                <a:lnTo>
                  <a:pt x="16124" y="6162"/>
                </a:lnTo>
                <a:lnTo>
                  <a:pt x="16075" y="5821"/>
                </a:lnTo>
                <a:lnTo>
                  <a:pt x="16002" y="5480"/>
                </a:lnTo>
                <a:lnTo>
                  <a:pt x="15929" y="5139"/>
                </a:lnTo>
                <a:lnTo>
                  <a:pt x="15807" y="4823"/>
                </a:lnTo>
                <a:lnTo>
                  <a:pt x="15685" y="4506"/>
                </a:lnTo>
                <a:lnTo>
                  <a:pt x="15539" y="4190"/>
                </a:lnTo>
                <a:lnTo>
                  <a:pt x="15369" y="3873"/>
                </a:lnTo>
                <a:lnTo>
                  <a:pt x="15198" y="3581"/>
                </a:lnTo>
                <a:lnTo>
                  <a:pt x="15003" y="3288"/>
                </a:lnTo>
                <a:lnTo>
                  <a:pt x="14784" y="3021"/>
                </a:lnTo>
                <a:lnTo>
                  <a:pt x="14565" y="2753"/>
                </a:lnTo>
                <a:lnTo>
                  <a:pt x="14321" y="2485"/>
                </a:lnTo>
                <a:lnTo>
                  <a:pt x="14078" y="2241"/>
                </a:lnTo>
                <a:lnTo>
                  <a:pt x="13810" y="1998"/>
                </a:lnTo>
                <a:lnTo>
                  <a:pt x="13518" y="1778"/>
                </a:lnTo>
                <a:lnTo>
                  <a:pt x="13225" y="1559"/>
                </a:lnTo>
                <a:lnTo>
                  <a:pt x="12933" y="1364"/>
                </a:lnTo>
                <a:lnTo>
                  <a:pt x="12617" y="1170"/>
                </a:lnTo>
                <a:lnTo>
                  <a:pt x="12276" y="975"/>
                </a:lnTo>
                <a:lnTo>
                  <a:pt x="11935" y="829"/>
                </a:lnTo>
                <a:lnTo>
                  <a:pt x="11594" y="658"/>
                </a:lnTo>
                <a:lnTo>
                  <a:pt x="11228" y="536"/>
                </a:lnTo>
                <a:lnTo>
                  <a:pt x="10863" y="415"/>
                </a:lnTo>
                <a:lnTo>
                  <a:pt x="10498" y="293"/>
                </a:lnTo>
                <a:lnTo>
                  <a:pt x="10108" y="195"/>
                </a:lnTo>
                <a:lnTo>
                  <a:pt x="9718" y="122"/>
                </a:lnTo>
                <a:lnTo>
                  <a:pt x="9329" y="74"/>
                </a:lnTo>
                <a:lnTo>
                  <a:pt x="8915" y="25"/>
                </a:lnTo>
                <a:lnTo>
                  <a:pt x="8501" y="1"/>
                </a:lnTo>
                <a:lnTo>
                  <a:pt x="8087" y="1"/>
                </a:lnTo>
                <a:lnTo>
                  <a:pt x="8087" y="1"/>
                </a:lnTo>
                <a:close/>
              </a:path>
            </a:pathLst>
          </a:custGeom>
          <a:noFill/>
          <a:ln w="121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7" name="Google Shape;985;p46"/>
          <p:cNvGrpSpPr/>
          <p:nvPr/>
        </p:nvGrpSpPr>
        <p:grpSpPr>
          <a:xfrm rot="10534836">
            <a:off x="6016389" y="4013848"/>
            <a:ext cx="534251" cy="589014"/>
            <a:chOff x="2623275" y="2333250"/>
            <a:chExt cx="381175" cy="381175"/>
          </a:xfrm>
        </p:grpSpPr>
        <p:sp>
          <p:nvSpPr>
            <p:cNvPr id="68" name="Google Shape;986;p46"/>
            <p:cNvSpPr/>
            <p:nvPr/>
          </p:nvSpPr>
          <p:spPr>
            <a:xfrm>
              <a:off x="2623275" y="2333250"/>
              <a:ext cx="381175" cy="381175"/>
            </a:xfrm>
            <a:custGeom>
              <a:avLst/>
              <a:gdLst/>
              <a:ahLst/>
              <a:cxnLst/>
              <a:rect l="l" t="t" r="r" b="b"/>
              <a:pathLst>
                <a:path w="15247" h="15247" fill="none" extrusionOk="0">
                  <a:moveTo>
                    <a:pt x="7624" y="0"/>
                  </a:moveTo>
                  <a:lnTo>
                    <a:pt x="7624" y="0"/>
                  </a:lnTo>
                  <a:lnTo>
                    <a:pt x="7234" y="0"/>
                  </a:lnTo>
                  <a:lnTo>
                    <a:pt x="6844" y="49"/>
                  </a:lnTo>
                  <a:lnTo>
                    <a:pt x="6455" y="98"/>
                  </a:lnTo>
                  <a:lnTo>
                    <a:pt x="6089" y="147"/>
                  </a:lnTo>
                  <a:lnTo>
                    <a:pt x="5724" y="244"/>
                  </a:lnTo>
                  <a:lnTo>
                    <a:pt x="5359" y="341"/>
                  </a:lnTo>
                  <a:lnTo>
                    <a:pt x="4994" y="463"/>
                  </a:lnTo>
                  <a:lnTo>
                    <a:pt x="4653" y="609"/>
                  </a:lnTo>
                  <a:lnTo>
                    <a:pt x="4312" y="755"/>
                  </a:lnTo>
                  <a:lnTo>
                    <a:pt x="3995" y="926"/>
                  </a:lnTo>
                  <a:lnTo>
                    <a:pt x="3678" y="1096"/>
                  </a:lnTo>
                  <a:lnTo>
                    <a:pt x="3362" y="1291"/>
                  </a:lnTo>
                  <a:lnTo>
                    <a:pt x="3069" y="1510"/>
                  </a:lnTo>
                  <a:lnTo>
                    <a:pt x="2777" y="1730"/>
                  </a:lnTo>
                  <a:lnTo>
                    <a:pt x="2509" y="1973"/>
                  </a:lnTo>
                  <a:lnTo>
                    <a:pt x="2241" y="2241"/>
                  </a:lnTo>
                  <a:lnTo>
                    <a:pt x="1973" y="2509"/>
                  </a:lnTo>
                  <a:lnTo>
                    <a:pt x="1730" y="2777"/>
                  </a:lnTo>
                  <a:lnTo>
                    <a:pt x="1511" y="3069"/>
                  </a:lnTo>
                  <a:lnTo>
                    <a:pt x="1292" y="3361"/>
                  </a:lnTo>
                  <a:lnTo>
                    <a:pt x="1097" y="3678"/>
                  </a:lnTo>
                  <a:lnTo>
                    <a:pt x="926" y="3995"/>
                  </a:lnTo>
                  <a:lnTo>
                    <a:pt x="756" y="4311"/>
                  </a:lnTo>
                  <a:lnTo>
                    <a:pt x="610" y="4652"/>
                  </a:lnTo>
                  <a:lnTo>
                    <a:pt x="463" y="4993"/>
                  </a:lnTo>
                  <a:lnTo>
                    <a:pt x="342" y="5358"/>
                  </a:lnTo>
                  <a:lnTo>
                    <a:pt x="244" y="5724"/>
                  </a:lnTo>
                  <a:lnTo>
                    <a:pt x="147" y="6089"/>
                  </a:lnTo>
                  <a:lnTo>
                    <a:pt x="98" y="6454"/>
                  </a:lnTo>
                  <a:lnTo>
                    <a:pt x="49" y="6844"/>
                  </a:lnTo>
                  <a:lnTo>
                    <a:pt x="1" y="7234"/>
                  </a:lnTo>
                  <a:lnTo>
                    <a:pt x="1" y="7623"/>
                  </a:lnTo>
                  <a:lnTo>
                    <a:pt x="1" y="7623"/>
                  </a:lnTo>
                  <a:lnTo>
                    <a:pt x="1" y="8013"/>
                  </a:lnTo>
                  <a:lnTo>
                    <a:pt x="49" y="8403"/>
                  </a:lnTo>
                  <a:lnTo>
                    <a:pt x="98" y="8793"/>
                  </a:lnTo>
                  <a:lnTo>
                    <a:pt x="147" y="9158"/>
                  </a:lnTo>
                  <a:lnTo>
                    <a:pt x="244" y="9523"/>
                  </a:lnTo>
                  <a:lnTo>
                    <a:pt x="342" y="9889"/>
                  </a:lnTo>
                  <a:lnTo>
                    <a:pt x="463" y="10254"/>
                  </a:lnTo>
                  <a:lnTo>
                    <a:pt x="610" y="10595"/>
                  </a:lnTo>
                  <a:lnTo>
                    <a:pt x="756" y="10936"/>
                  </a:lnTo>
                  <a:lnTo>
                    <a:pt x="926" y="11252"/>
                  </a:lnTo>
                  <a:lnTo>
                    <a:pt x="1097" y="11569"/>
                  </a:lnTo>
                  <a:lnTo>
                    <a:pt x="1292" y="11886"/>
                  </a:lnTo>
                  <a:lnTo>
                    <a:pt x="1511" y="12178"/>
                  </a:lnTo>
                  <a:lnTo>
                    <a:pt x="1730" y="12470"/>
                  </a:lnTo>
                  <a:lnTo>
                    <a:pt x="1973" y="12738"/>
                  </a:lnTo>
                  <a:lnTo>
                    <a:pt x="2241" y="13006"/>
                  </a:lnTo>
                  <a:lnTo>
                    <a:pt x="2509" y="13274"/>
                  </a:lnTo>
                  <a:lnTo>
                    <a:pt x="2777" y="13517"/>
                  </a:lnTo>
                  <a:lnTo>
                    <a:pt x="3069" y="13737"/>
                  </a:lnTo>
                  <a:lnTo>
                    <a:pt x="3362" y="13956"/>
                  </a:lnTo>
                  <a:lnTo>
                    <a:pt x="3678" y="14151"/>
                  </a:lnTo>
                  <a:lnTo>
                    <a:pt x="3995" y="14321"/>
                  </a:lnTo>
                  <a:lnTo>
                    <a:pt x="4312" y="14492"/>
                  </a:lnTo>
                  <a:lnTo>
                    <a:pt x="4653" y="14638"/>
                  </a:lnTo>
                  <a:lnTo>
                    <a:pt x="4994" y="14784"/>
                  </a:lnTo>
                  <a:lnTo>
                    <a:pt x="5359" y="14906"/>
                  </a:lnTo>
                  <a:lnTo>
                    <a:pt x="5724" y="15003"/>
                  </a:lnTo>
                  <a:lnTo>
                    <a:pt x="6089" y="15100"/>
                  </a:lnTo>
                  <a:lnTo>
                    <a:pt x="6455" y="15149"/>
                  </a:lnTo>
                  <a:lnTo>
                    <a:pt x="6844" y="15198"/>
                  </a:lnTo>
                  <a:lnTo>
                    <a:pt x="7234" y="15247"/>
                  </a:lnTo>
                  <a:lnTo>
                    <a:pt x="7624" y="15247"/>
                  </a:lnTo>
                  <a:lnTo>
                    <a:pt x="7624" y="15247"/>
                  </a:lnTo>
                  <a:lnTo>
                    <a:pt x="8014" y="15247"/>
                  </a:lnTo>
                  <a:lnTo>
                    <a:pt x="8403" y="15198"/>
                  </a:lnTo>
                  <a:lnTo>
                    <a:pt x="8793" y="15149"/>
                  </a:lnTo>
                  <a:lnTo>
                    <a:pt x="9158" y="15100"/>
                  </a:lnTo>
                  <a:lnTo>
                    <a:pt x="9524" y="15003"/>
                  </a:lnTo>
                  <a:lnTo>
                    <a:pt x="9889" y="14906"/>
                  </a:lnTo>
                  <a:lnTo>
                    <a:pt x="10254" y="14784"/>
                  </a:lnTo>
                  <a:lnTo>
                    <a:pt x="10595" y="14638"/>
                  </a:lnTo>
                  <a:lnTo>
                    <a:pt x="10936" y="14492"/>
                  </a:lnTo>
                  <a:lnTo>
                    <a:pt x="11253" y="14321"/>
                  </a:lnTo>
                  <a:lnTo>
                    <a:pt x="11569" y="14151"/>
                  </a:lnTo>
                  <a:lnTo>
                    <a:pt x="11886" y="13956"/>
                  </a:lnTo>
                  <a:lnTo>
                    <a:pt x="12178" y="13737"/>
                  </a:lnTo>
                  <a:lnTo>
                    <a:pt x="12470" y="13517"/>
                  </a:lnTo>
                  <a:lnTo>
                    <a:pt x="12738" y="13274"/>
                  </a:lnTo>
                  <a:lnTo>
                    <a:pt x="13006" y="13006"/>
                  </a:lnTo>
                  <a:lnTo>
                    <a:pt x="13274" y="12738"/>
                  </a:lnTo>
                  <a:lnTo>
                    <a:pt x="13518" y="12470"/>
                  </a:lnTo>
                  <a:lnTo>
                    <a:pt x="13737" y="12178"/>
                  </a:lnTo>
                  <a:lnTo>
                    <a:pt x="13956" y="11886"/>
                  </a:lnTo>
                  <a:lnTo>
                    <a:pt x="14151" y="11569"/>
                  </a:lnTo>
                  <a:lnTo>
                    <a:pt x="14321" y="11252"/>
                  </a:lnTo>
                  <a:lnTo>
                    <a:pt x="14492" y="10936"/>
                  </a:lnTo>
                  <a:lnTo>
                    <a:pt x="14638" y="10595"/>
                  </a:lnTo>
                  <a:lnTo>
                    <a:pt x="14784" y="10254"/>
                  </a:lnTo>
                  <a:lnTo>
                    <a:pt x="14906" y="9889"/>
                  </a:lnTo>
                  <a:lnTo>
                    <a:pt x="15003" y="9523"/>
                  </a:lnTo>
                  <a:lnTo>
                    <a:pt x="15101" y="9158"/>
                  </a:lnTo>
                  <a:lnTo>
                    <a:pt x="15150" y="8793"/>
                  </a:lnTo>
                  <a:lnTo>
                    <a:pt x="15198" y="8403"/>
                  </a:lnTo>
                  <a:lnTo>
                    <a:pt x="15247" y="8013"/>
                  </a:lnTo>
                  <a:lnTo>
                    <a:pt x="15247" y="7623"/>
                  </a:lnTo>
                  <a:lnTo>
                    <a:pt x="15247" y="7623"/>
                  </a:lnTo>
                  <a:lnTo>
                    <a:pt x="15247" y="7234"/>
                  </a:lnTo>
                  <a:lnTo>
                    <a:pt x="15198" y="6844"/>
                  </a:lnTo>
                  <a:lnTo>
                    <a:pt x="15150" y="6454"/>
                  </a:lnTo>
                  <a:lnTo>
                    <a:pt x="15101" y="6089"/>
                  </a:lnTo>
                  <a:lnTo>
                    <a:pt x="15003" y="5724"/>
                  </a:lnTo>
                  <a:lnTo>
                    <a:pt x="14906" y="5358"/>
                  </a:lnTo>
                  <a:lnTo>
                    <a:pt x="14784" y="4993"/>
                  </a:lnTo>
                  <a:lnTo>
                    <a:pt x="14638" y="4652"/>
                  </a:lnTo>
                  <a:lnTo>
                    <a:pt x="14492" y="4311"/>
                  </a:lnTo>
                  <a:lnTo>
                    <a:pt x="14321" y="3995"/>
                  </a:lnTo>
                  <a:lnTo>
                    <a:pt x="14151" y="3678"/>
                  </a:lnTo>
                  <a:lnTo>
                    <a:pt x="13956" y="3361"/>
                  </a:lnTo>
                  <a:lnTo>
                    <a:pt x="13737" y="3069"/>
                  </a:lnTo>
                  <a:lnTo>
                    <a:pt x="13518" y="2777"/>
                  </a:lnTo>
                  <a:lnTo>
                    <a:pt x="13274" y="2509"/>
                  </a:lnTo>
                  <a:lnTo>
                    <a:pt x="13006" y="2241"/>
                  </a:lnTo>
                  <a:lnTo>
                    <a:pt x="12738" y="1973"/>
                  </a:lnTo>
                  <a:lnTo>
                    <a:pt x="12470" y="1730"/>
                  </a:lnTo>
                  <a:lnTo>
                    <a:pt x="12178" y="1510"/>
                  </a:lnTo>
                  <a:lnTo>
                    <a:pt x="11886" y="1291"/>
                  </a:lnTo>
                  <a:lnTo>
                    <a:pt x="11569" y="1096"/>
                  </a:lnTo>
                  <a:lnTo>
                    <a:pt x="11253" y="926"/>
                  </a:lnTo>
                  <a:lnTo>
                    <a:pt x="10936" y="755"/>
                  </a:lnTo>
                  <a:lnTo>
                    <a:pt x="10595" y="609"/>
                  </a:lnTo>
                  <a:lnTo>
                    <a:pt x="10254" y="463"/>
                  </a:lnTo>
                  <a:lnTo>
                    <a:pt x="9889" y="341"/>
                  </a:lnTo>
                  <a:lnTo>
                    <a:pt x="9524" y="244"/>
                  </a:lnTo>
                  <a:lnTo>
                    <a:pt x="9158" y="147"/>
                  </a:lnTo>
                  <a:lnTo>
                    <a:pt x="8793" y="98"/>
                  </a:lnTo>
                  <a:lnTo>
                    <a:pt x="8403" y="49"/>
                  </a:lnTo>
                  <a:lnTo>
                    <a:pt x="8014" y="0"/>
                  </a:lnTo>
                  <a:lnTo>
                    <a:pt x="7624" y="0"/>
                  </a:lnTo>
                  <a:lnTo>
                    <a:pt x="7624" y="0"/>
                  </a:lnTo>
                </a:path>
              </a:pathLst>
            </a:custGeom>
            <a:noFill/>
            <a:ln w="12175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987;p46"/>
            <p:cNvSpPr/>
            <p:nvPr/>
          </p:nvSpPr>
          <p:spPr>
            <a:xfrm>
              <a:off x="2869875" y="2503125"/>
              <a:ext cx="43875" cy="47525"/>
            </a:xfrm>
            <a:custGeom>
              <a:avLst/>
              <a:gdLst/>
              <a:ahLst/>
              <a:cxnLst/>
              <a:rect l="l" t="t" r="r" b="b"/>
              <a:pathLst>
                <a:path w="1755" h="1901" fill="none" extrusionOk="0">
                  <a:moveTo>
                    <a:pt x="877" y="0"/>
                  </a:moveTo>
                  <a:lnTo>
                    <a:pt x="877" y="0"/>
                  </a:lnTo>
                  <a:lnTo>
                    <a:pt x="1048" y="25"/>
                  </a:lnTo>
                  <a:lnTo>
                    <a:pt x="1218" y="73"/>
                  </a:lnTo>
                  <a:lnTo>
                    <a:pt x="1364" y="171"/>
                  </a:lnTo>
                  <a:lnTo>
                    <a:pt x="1510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0" y="1632"/>
                  </a:lnTo>
                  <a:lnTo>
                    <a:pt x="1364" y="1730"/>
                  </a:lnTo>
                  <a:lnTo>
                    <a:pt x="1218" y="1827"/>
                  </a:lnTo>
                  <a:lnTo>
                    <a:pt x="1048" y="1876"/>
                  </a:lnTo>
                  <a:lnTo>
                    <a:pt x="877" y="1900"/>
                  </a:lnTo>
                  <a:lnTo>
                    <a:pt x="877" y="1900"/>
                  </a:lnTo>
                  <a:lnTo>
                    <a:pt x="707" y="1876"/>
                  </a:lnTo>
                  <a:lnTo>
                    <a:pt x="536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0" y="950"/>
                  </a:lnTo>
                  <a:lnTo>
                    <a:pt x="0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6" y="73"/>
                  </a:lnTo>
                  <a:lnTo>
                    <a:pt x="707" y="25"/>
                  </a:lnTo>
                  <a:lnTo>
                    <a:pt x="877" y="0"/>
                  </a:lnTo>
                  <a:lnTo>
                    <a:pt x="877" y="0"/>
                  </a:lnTo>
                </a:path>
              </a:pathLst>
            </a:custGeom>
            <a:noFill/>
            <a:ln w="12175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988;p46"/>
            <p:cNvSpPr/>
            <p:nvPr/>
          </p:nvSpPr>
          <p:spPr>
            <a:xfrm>
              <a:off x="2714000" y="2503125"/>
              <a:ext cx="43875" cy="47525"/>
            </a:xfrm>
            <a:custGeom>
              <a:avLst/>
              <a:gdLst/>
              <a:ahLst/>
              <a:cxnLst/>
              <a:rect l="l" t="t" r="r" b="b"/>
              <a:pathLst>
                <a:path w="1755" h="1901" fill="none" extrusionOk="0">
                  <a:moveTo>
                    <a:pt x="877" y="1900"/>
                  </a:moveTo>
                  <a:lnTo>
                    <a:pt x="877" y="1900"/>
                  </a:lnTo>
                  <a:lnTo>
                    <a:pt x="707" y="1876"/>
                  </a:lnTo>
                  <a:lnTo>
                    <a:pt x="536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6" y="73"/>
                  </a:lnTo>
                  <a:lnTo>
                    <a:pt x="707" y="25"/>
                  </a:lnTo>
                  <a:lnTo>
                    <a:pt x="877" y="0"/>
                  </a:lnTo>
                  <a:lnTo>
                    <a:pt x="877" y="0"/>
                  </a:lnTo>
                  <a:lnTo>
                    <a:pt x="1048" y="25"/>
                  </a:lnTo>
                  <a:lnTo>
                    <a:pt x="1218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8" y="1827"/>
                  </a:lnTo>
                  <a:lnTo>
                    <a:pt x="1048" y="1876"/>
                  </a:lnTo>
                  <a:lnTo>
                    <a:pt x="877" y="1900"/>
                  </a:lnTo>
                  <a:lnTo>
                    <a:pt x="877" y="1900"/>
                  </a:lnTo>
                </a:path>
              </a:pathLst>
            </a:custGeom>
            <a:noFill/>
            <a:ln w="12175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989;p46"/>
            <p:cNvSpPr/>
            <p:nvPr/>
          </p:nvSpPr>
          <p:spPr>
            <a:xfrm>
              <a:off x="2810200" y="2595675"/>
              <a:ext cx="99875" cy="31075"/>
            </a:xfrm>
            <a:custGeom>
              <a:avLst/>
              <a:gdLst/>
              <a:ahLst/>
              <a:cxnLst/>
              <a:rect l="l" t="t" r="r" b="b"/>
              <a:pathLst>
                <a:path w="3995" h="1243" fill="none" extrusionOk="0">
                  <a:moveTo>
                    <a:pt x="1" y="1242"/>
                  </a:moveTo>
                  <a:lnTo>
                    <a:pt x="3995" y="0"/>
                  </a:lnTo>
                </a:path>
              </a:pathLst>
            </a:custGeom>
            <a:noFill/>
            <a:ln w="12175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" name="Google Shape;1000;p46"/>
          <p:cNvGrpSpPr/>
          <p:nvPr/>
        </p:nvGrpSpPr>
        <p:grpSpPr>
          <a:xfrm rot="20997293">
            <a:off x="5818043" y="4459783"/>
            <a:ext cx="429479" cy="370968"/>
            <a:chOff x="5972700" y="2330200"/>
            <a:chExt cx="411625" cy="387275"/>
          </a:xfrm>
          <a:solidFill>
            <a:schemeClr val="accent2"/>
          </a:solidFill>
        </p:grpSpPr>
        <p:sp>
          <p:nvSpPr>
            <p:cNvPr id="73" name="Google Shape;1001;p46"/>
            <p:cNvSpPr/>
            <p:nvPr/>
          </p:nvSpPr>
          <p:spPr>
            <a:xfrm>
              <a:off x="5972700" y="2476950"/>
              <a:ext cx="98050" cy="219825"/>
            </a:xfrm>
            <a:custGeom>
              <a:avLst/>
              <a:gdLst/>
              <a:ahLst/>
              <a:cxnLst/>
              <a:rect l="l" t="t" r="r" b="b"/>
              <a:pathLst>
                <a:path w="3922" h="8793" fill="none" extrusionOk="0">
                  <a:moveTo>
                    <a:pt x="0" y="0"/>
                  </a:moveTo>
                  <a:lnTo>
                    <a:pt x="0" y="8792"/>
                  </a:lnTo>
                  <a:lnTo>
                    <a:pt x="3921" y="8792"/>
                  </a:lnTo>
                  <a:lnTo>
                    <a:pt x="3921" y="0"/>
                  </a:lnTo>
                  <a:lnTo>
                    <a:pt x="0" y="0"/>
                  </a:lnTo>
                  <a:close/>
                  <a:moveTo>
                    <a:pt x="2411" y="2411"/>
                  </a:moveTo>
                  <a:lnTo>
                    <a:pt x="2411" y="2411"/>
                  </a:lnTo>
                  <a:lnTo>
                    <a:pt x="2265" y="2387"/>
                  </a:lnTo>
                  <a:lnTo>
                    <a:pt x="2143" y="2363"/>
                  </a:lnTo>
                  <a:lnTo>
                    <a:pt x="2022" y="2290"/>
                  </a:lnTo>
                  <a:lnTo>
                    <a:pt x="1924" y="2216"/>
                  </a:lnTo>
                  <a:lnTo>
                    <a:pt x="1827" y="2095"/>
                  </a:lnTo>
                  <a:lnTo>
                    <a:pt x="1754" y="1973"/>
                  </a:lnTo>
                  <a:lnTo>
                    <a:pt x="1729" y="1851"/>
                  </a:lnTo>
                  <a:lnTo>
                    <a:pt x="1705" y="1705"/>
                  </a:lnTo>
                  <a:lnTo>
                    <a:pt x="1705" y="1705"/>
                  </a:lnTo>
                  <a:lnTo>
                    <a:pt x="1729" y="1559"/>
                  </a:lnTo>
                  <a:lnTo>
                    <a:pt x="1754" y="1437"/>
                  </a:lnTo>
                  <a:lnTo>
                    <a:pt x="1827" y="1315"/>
                  </a:lnTo>
                  <a:lnTo>
                    <a:pt x="1924" y="1218"/>
                  </a:lnTo>
                  <a:lnTo>
                    <a:pt x="2022" y="1120"/>
                  </a:lnTo>
                  <a:lnTo>
                    <a:pt x="2143" y="1072"/>
                  </a:lnTo>
                  <a:lnTo>
                    <a:pt x="2265" y="1023"/>
                  </a:lnTo>
                  <a:lnTo>
                    <a:pt x="2411" y="999"/>
                  </a:lnTo>
                  <a:lnTo>
                    <a:pt x="2411" y="999"/>
                  </a:lnTo>
                  <a:lnTo>
                    <a:pt x="2557" y="1023"/>
                  </a:lnTo>
                  <a:lnTo>
                    <a:pt x="2679" y="1072"/>
                  </a:lnTo>
                  <a:lnTo>
                    <a:pt x="2801" y="1120"/>
                  </a:lnTo>
                  <a:lnTo>
                    <a:pt x="2898" y="1218"/>
                  </a:lnTo>
                  <a:lnTo>
                    <a:pt x="2996" y="1315"/>
                  </a:lnTo>
                  <a:lnTo>
                    <a:pt x="3069" y="1437"/>
                  </a:lnTo>
                  <a:lnTo>
                    <a:pt x="3093" y="1559"/>
                  </a:lnTo>
                  <a:lnTo>
                    <a:pt x="3118" y="1705"/>
                  </a:lnTo>
                  <a:lnTo>
                    <a:pt x="3118" y="1705"/>
                  </a:lnTo>
                  <a:lnTo>
                    <a:pt x="3093" y="1851"/>
                  </a:lnTo>
                  <a:lnTo>
                    <a:pt x="3069" y="1973"/>
                  </a:lnTo>
                  <a:lnTo>
                    <a:pt x="2996" y="2095"/>
                  </a:lnTo>
                  <a:lnTo>
                    <a:pt x="2898" y="2216"/>
                  </a:lnTo>
                  <a:lnTo>
                    <a:pt x="2801" y="2290"/>
                  </a:lnTo>
                  <a:lnTo>
                    <a:pt x="2679" y="2363"/>
                  </a:lnTo>
                  <a:lnTo>
                    <a:pt x="2557" y="2387"/>
                  </a:lnTo>
                  <a:lnTo>
                    <a:pt x="2411" y="2411"/>
                  </a:lnTo>
                  <a:lnTo>
                    <a:pt x="2411" y="2411"/>
                  </a:lnTo>
                  <a:close/>
                </a:path>
              </a:pathLst>
            </a:custGeom>
            <a:grpFill/>
            <a:ln w="12175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1002;p46"/>
            <p:cNvSpPr/>
            <p:nvPr/>
          </p:nvSpPr>
          <p:spPr>
            <a:xfrm>
              <a:off x="6078025" y="2330200"/>
              <a:ext cx="306300" cy="387275"/>
            </a:xfrm>
            <a:custGeom>
              <a:avLst/>
              <a:gdLst/>
              <a:ahLst/>
              <a:cxnLst/>
              <a:rect l="l" t="t" r="r" b="b"/>
              <a:pathLst>
                <a:path w="12252" h="15491" fill="none" extrusionOk="0">
                  <a:moveTo>
                    <a:pt x="1" y="13396"/>
                  </a:moveTo>
                  <a:lnTo>
                    <a:pt x="1511" y="13396"/>
                  </a:lnTo>
                  <a:lnTo>
                    <a:pt x="1511" y="13396"/>
                  </a:lnTo>
                  <a:lnTo>
                    <a:pt x="1998" y="13639"/>
                  </a:lnTo>
                  <a:lnTo>
                    <a:pt x="2680" y="13932"/>
                  </a:lnTo>
                  <a:lnTo>
                    <a:pt x="3556" y="14273"/>
                  </a:lnTo>
                  <a:lnTo>
                    <a:pt x="4531" y="14638"/>
                  </a:lnTo>
                  <a:lnTo>
                    <a:pt x="5578" y="14955"/>
                  </a:lnTo>
                  <a:lnTo>
                    <a:pt x="6114" y="15101"/>
                  </a:lnTo>
                  <a:lnTo>
                    <a:pt x="6650" y="15222"/>
                  </a:lnTo>
                  <a:lnTo>
                    <a:pt x="7161" y="15344"/>
                  </a:lnTo>
                  <a:lnTo>
                    <a:pt x="7672" y="15417"/>
                  </a:lnTo>
                  <a:lnTo>
                    <a:pt x="8135" y="15466"/>
                  </a:lnTo>
                  <a:lnTo>
                    <a:pt x="8598" y="15490"/>
                  </a:lnTo>
                  <a:lnTo>
                    <a:pt x="8598" y="15490"/>
                  </a:lnTo>
                  <a:lnTo>
                    <a:pt x="9377" y="15490"/>
                  </a:lnTo>
                  <a:lnTo>
                    <a:pt x="9791" y="15466"/>
                  </a:lnTo>
                  <a:lnTo>
                    <a:pt x="10181" y="15417"/>
                  </a:lnTo>
                  <a:lnTo>
                    <a:pt x="10522" y="15320"/>
                  </a:lnTo>
                  <a:lnTo>
                    <a:pt x="10692" y="15271"/>
                  </a:lnTo>
                  <a:lnTo>
                    <a:pt x="10814" y="15222"/>
                  </a:lnTo>
                  <a:lnTo>
                    <a:pt x="10936" y="15149"/>
                  </a:lnTo>
                  <a:lnTo>
                    <a:pt x="11033" y="15052"/>
                  </a:lnTo>
                  <a:lnTo>
                    <a:pt x="11082" y="14955"/>
                  </a:lnTo>
                  <a:lnTo>
                    <a:pt x="11131" y="14833"/>
                  </a:lnTo>
                  <a:lnTo>
                    <a:pt x="11204" y="14126"/>
                  </a:lnTo>
                  <a:lnTo>
                    <a:pt x="11204" y="14126"/>
                  </a:lnTo>
                  <a:lnTo>
                    <a:pt x="11180" y="13956"/>
                  </a:lnTo>
                  <a:lnTo>
                    <a:pt x="11131" y="13810"/>
                  </a:lnTo>
                  <a:lnTo>
                    <a:pt x="11033" y="13664"/>
                  </a:lnTo>
                  <a:lnTo>
                    <a:pt x="10887" y="13542"/>
                  </a:lnTo>
                  <a:lnTo>
                    <a:pt x="10887" y="13542"/>
                  </a:lnTo>
                  <a:lnTo>
                    <a:pt x="11009" y="13518"/>
                  </a:lnTo>
                  <a:lnTo>
                    <a:pt x="11131" y="13469"/>
                  </a:lnTo>
                  <a:lnTo>
                    <a:pt x="11253" y="13420"/>
                  </a:lnTo>
                  <a:lnTo>
                    <a:pt x="11350" y="13323"/>
                  </a:lnTo>
                  <a:lnTo>
                    <a:pt x="11423" y="13225"/>
                  </a:lnTo>
                  <a:lnTo>
                    <a:pt x="11496" y="13104"/>
                  </a:lnTo>
                  <a:lnTo>
                    <a:pt x="11545" y="12957"/>
                  </a:lnTo>
                  <a:lnTo>
                    <a:pt x="11569" y="12836"/>
                  </a:lnTo>
                  <a:lnTo>
                    <a:pt x="11642" y="11959"/>
                  </a:lnTo>
                  <a:lnTo>
                    <a:pt x="11642" y="11959"/>
                  </a:lnTo>
                  <a:lnTo>
                    <a:pt x="11642" y="11837"/>
                  </a:lnTo>
                  <a:lnTo>
                    <a:pt x="11642" y="11740"/>
                  </a:lnTo>
                  <a:lnTo>
                    <a:pt x="11618" y="11618"/>
                  </a:lnTo>
                  <a:lnTo>
                    <a:pt x="11569" y="11521"/>
                  </a:lnTo>
                  <a:lnTo>
                    <a:pt x="11447" y="11350"/>
                  </a:lnTo>
                  <a:lnTo>
                    <a:pt x="11374" y="11277"/>
                  </a:lnTo>
                  <a:lnTo>
                    <a:pt x="11301" y="11204"/>
                  </a:lnTo>
                  <a:lnTo>
                    <a:pt x="11301" y="11204"/>
                  </a:lnTo>
                  <a:lnTo>
                    <a:pt x="11423" y="11180"/>
                  </a:lnTo>
                  <a:lnTo>
                    <a:pt x="11521" y="11131"/>
                  </a:lnTo>
                  <a:lnTo>
                    <a:pt x="11618" y="11058"/>
                  </a:lnTo>
                  <a:lnTo>
                    <a:pt x="11715" y="10960"/>
                  </a:lnTo>
                  <a:lnTo>
                    <a:pt x="11788" y="10863"/>
                  </a:lnTo>
                  <a:lnTo>
                    <a:pt x="11837" y="10766"/>
                  </a:lnTo>
                  <a:lnTo>
                    <a:pt x="11886" y="10644"/>
                  </a:lnTo>
                  <a:lnTo>
                    <a:pt x="11910" y="10498"/>
                  </a:lnTo>
                  <a:lnTo>
                    <a:pt x="11983" y="9645"/>
                  </a:lnTo>
                  <a:lnTo>
                    <a:pt x="11983" y="9645"/>
                  </a:lnTo>
                  <a:lnTo>
                    <a:pt x="11983" y="9523"/>
                  </a:lnTo>
                  <a:lnTo>
                    <a:pt x="11983" y="9402"/>
                  </a:lnTo>
                  <a:lnTo>
                    <a:pt x="11959" y="9280"/>
                  </a:lnTo>
                  <a:lnTo>
                    <a:pt x="11910" y="9182"/>
                  </a:lnTo>
                  <a:lnTo>
                    <a:pt x="11861" y="9085"/>
                  </a:lnTo>
                  <a:lnTo>
                    <a:pt x="11788" y="9012"/>
                  </a:lnTo>
                  <a:lnTo>
                    <a:pt x="11715" y="8939"/>
                  </a:lnTo>
                  <a:lnTo>
                    <a:pt x="11618" y="8866"/>
                  </a:lnTo>
                  <a:lnTo>
                    <a:pt x="11618" y="8866"/>
                  </a:lnTo>
                  <a:lnTo>
                    <a:pt x="11715" y="8841"/>
                  </a:lnTo>
                  <a:lnTo>
                    <a:pt x="11813" y="8768"/>
                  </a:lnTo>
                  <a:lnTo>
                    <a:pt x="11910" y="8695"/>
                  </a:lnTo>
                  <a:lnTo>
                    <a:pt x="11983" y="8622"/>
                  </a:lnTo>
                  <a:lnTo>
                    <a:pt x="12056" y="8525"/>
                  </a:lnTo>
                  <a:lnTo>
                    <a:pt x="12105" y="8427"/>
                  </a:lnTo>
                  <a:lnTo>
                    <a:pt x="12129" y="8306"/>
                  </a:lnTo>
                  <a:lnTo>
                    <a:pt x="12154" y="8184"/>
                  </a:lnTo>
                  <a:lnTo>
                    <a:pt x="12251" y="7307"/>
                  </a:lnTo>
                  <a:lnTo>
                    <a:pt x="12251" y="7307"/>
                  </a:lnTo>
                  <a:lnTo>
                    <a:pt x="12227" y="7185"/>
                  </a:lnTo>
                  <a:lnTo>
                    <a:pt x="12202" y="7064"/>
                  </a:lnTo>
                  <a:lnTo>
                    <a:pt x="12154" y="6966"/>
                  </a:lnTo>
                  <a:lnTo>
                    <a:pt x="12105" y="6869"/>
                  </a:lnTo>
                  <a:lnTo>
                    <a:pt x="12032" y="6771"/>
                  </a:lnTo>
                  <a:lnTo>
                    <a:pt x="11935" y="6698"/>
                  </a:lnTo>
                  <a:lnTo>
                    <a:pt x="11715" y="6552"/>
                  </a:lnTo>
                  <a:lnTo>
                    <a:pt x="11472" y="6430"/>
                  </a:lnTo>
                  <a:lnTo>
                    <a:pt x="11180" y="6333"/>
                  </a:lnTo>
                  <a:lnTo>
                    <a:pt x="10863" y="6260"/>
                  </a:lnTo>
                  <a:lnTo>
                    <a:pt x="10546" y="6211"/>
                  </a:lnTo>
                  <a:lnTo>
                    <a:pt x="10546" y="6211"/>
                  </a:lnTo>
                  <a:lnTo>
                    <a:pt x="9864" y="6114"/>
                  </a:lnTo>
                  <a:lnTo>
                    <a:pt x="8817" y="6016"/>
                  </a:lnTo>
                  <a:lnTo>
                    <a:pt x="7575" y="5943"/>
                  </a:lnTo>
                  <a:lnTo>
                    <a:pt x="6309" y="5870"/>
                  </a:lnTo>
                  <a:lnTo>
                    <a:pt x="6309" y="5870"/>
                  </a:lnTo>
                  <a:lnTo>
                    <a:pt x="6479" y="5578"/>
                  </a:lnTo>
                  <a:lnTo>
                    <a:pt x="6625" y="5237"/>
                  </a:lnTo>
                  <a:lnTo>
                    <a:pt x="6771" y="4872"/>
                  </a:lnTo>
                  <a:lnTo>
                    <a:pt x="6869" y="4482"/>
                  </a:lnTo>
                  <a:lnTo>
                    <a:pt x="6966" y="4092"/>
                  </a:lnTo>
                  <a:lnTo>
                    <a:pt x="7064" y="3678"/>
                  </a:lnTo>
                  <a:lnTo>
                    <a:pt x="7161" y="2875"/>
                  </a:lnTo>
                  <a:lnTo>
                    <a:pt x="7234" y="2144"/>
                  </a:lnTo>
                  <a:lnTo>
                    <a:pt x="7283" y="1535"/>
                  </a:lnTo>
                  <a:lnTo>
                    <a:pt x="7283" y="975"/>
                  </a:lnTo>
                  <a:lnTo>
                    <a:pt x="7283" y="975"/>
                  </a:lnTo>
                  <a:lnTo>
                    <a:pt x="7283" y="804"/>
                  </a:lnTo>
                  <a:lnTo>
                    <a:pt x="7210" y="609"/>
                  </a:lnTo>
                  <a:lnTo>
                    <a:pt x="7137" y="463"/>
                  </a:lnTo>
                  <a:lnTo>
                    <a:pt x="7015" y="317"/>
                  </a:lnTo>
                  <a:lnTo>
                    <a:pt x="6869" y="171"/>
                  </a:lnTo>
                  <a:lnTo>
                    <a:pt x="6698" y="98"/>
                  </a:lnTo>
                  <a:lnTo>
                    <a:pt x="6503" y="25"/>
                  </a:lnTo>
                  <a:lnTo>
                    <a:pt x="6309" y="1"/>
                  </a:lnTo>
                  <a:lnTo>
                    <a:pt x="6309" y="1"/>
                  </a:lnTo>
                  <a:lnTo>
                    <a:pt x="5943" y="25"/>
                  </a:lnTo>
                  <a:lnTo>
                    <a:pt x="5700" y="74"/>
                  </a:lnTo>
                  <a:lnTo>
                    <a:pt x="5505" y="147"/>
                  </a:lnTo>
                  <a:lnTo>
                    <a:pt x="5359" y="220"/>
                  </a:lnTo>
                  <a:lnTo>
                    <a:pt x="5359" y="220"/>
                  </a:lnTo>
                  <a:lnTo>
                    <a:pt x="4969" y="1462"/>
                  </a:lnTo>
                  <a:lnTo>
                    <a:pt x="4774" y="2022"/>
                  </a:lnTo>
                  <a:lnTo>
                    <a:pt x="4579" y="2534"/>
                  </a:lnTo>
                  <a:lnTo>
                    <a:pt x="4385" y="2996"/>
                  </a:lnTo>
                  <a:lnTo>
                    <a:pt x="4190" y="3386"/>
                  </a:lnTo>
                  <a:lnTo>
                    <a:pt x="4019" y="3678"/>
                  </a:lnTo>
                  <a:lnTo>
                    <a:pt x="3873" y="3922"/>
                  </a:lnTo>
                  <a:lnTo>
                    <a:pt x="3873" y="3922"/>
                  </a:lnTo>
                  <a:lnTo>
                    <a:pt x="3654" y="4141"/>
                  </a:lnTo>
                  <a:lnTo>
                    <a:pt x="3313" y="4482"/>
                  </a:lnTo>
                  <a:lnTo>
                    <a:pt x="2509" y="5237"/>
                  </a:lnTo>
                  <a:lnTo>
                    <a:pt x="1438" y="6211"/>
                  </a:lnTo>
                  <a:lnTo>
                    <a:pt x="1" y="6211"/>
                  </a:lnTo>
                </a:path>
              </a:pathLst>
            </a:custGeom>
            <a:grpFill/>
            <a:ln w="12175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" name="Google Shape;1222;p46"/>
          <p:cNvGrpSpPr/>
          <p:nvPr/>
        </p:nvGrpSpPr>
        <p:grpSpPr>
          <a:xfrm rot="20878967">
            <a:off x="6929675" y="3745012"/>
            <a:ext cx="312636" cy="382673"/>
            <a:chOff x="6718575" y="2318625"/>
            <a:chExt cx="256950" cy="407375"/>
          </a:xfrm>
        </p:grpSpPr>
        <p:sp>
          <p:nvSpPr>
            <p:cNvPr id="76" name="Google Shape;1223;p46"/>
            <p:cNvSpPr/>
            <p:nvPr/>
          </p:nvSpPr>
          <p:spPr>
            <a:xfrm>
              <a:off x="6795900" y="2673600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1224;p46"/>
            <p:cNvSpPr/>
            <p:nvPr/>
          </p:nvSpPr>
          <p:spPr>
            <a:xfrm>
              <a:off x="6795900" y="2650475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1225;p46"/>
            <p:cNvSpPr/>
            <p:nvPr/>
          </p:nvSpPr>
          <p:spPr>
            <a:xfrm>
              <a:off x="6795900" y="2696125"/>
              <a:ext cx="102300" cy="29875"/>
            </a:xfrm>
            <a:custGeom>
              <a:avLst/>
              <a:gdLst/>
              <a:ahLst/>
              <a:cxnLst/>
              <a:rect l="l" t="t" r="r" b="b"/>
              <a:pathLst>
                <a:path w="4092" h="1195" fill="none" extrusionOk="0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1226;p46"/>
            <p:cNvSpPr/>
            <p:nvPr/>
          </p:nvSpPr>
          <p:spPr>
            <a:xfrm>
              <a:off x="67849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1227;p46"/>
            <p:cNvSpPr/>
            <p:nvPr/>
          </p:nvSpPr>
          <p:spPr>
            <a:xfrm>
              <a:off x="6718575" y="2318625"/>
              <a:ext cx="256950" cy="307525"/>
            </a:xfrm>
            <a:custGeom>
              <a:avLst/>
              <a:gdLst/>
              <a:ahLst/>
              <a:cxnLst/>
              <a:rect l="l" t="t" r="r" b="b"/>
              <a:pathLst>
                <a:path w="10278" h="12301" fill="none" extrusionOk="0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1228;p46"/>
            <p:cNvSpPr/>
            <p:nvPr/>
          </p:nvSpPr>
          <p:spPr>
            <a:xfrm>
              <a:off x="68738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1229;p46"/>
            <p:cNvSpPr/>
            <p:nvPr/>
          </p:nvSpPr>
          <p:spPr>
            <a:xfrm>
              <a:off x="6801975" y="2453200"/>
              <a:ext cx="90150" cy="19500"/>
            </a:xfrm>
            <a:custGeom>
              <a:avLst/>
              <a:gdLst/>
              <a:ahLst/>
              <a:cxnLst/>
              <a:rect l="l" t="t" r="r" b="b"/>
              <a:pathLst>
                <a:path w="3606" h="780" fill="none" extrusionOk="0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1230;p46"/>
            <p:cNvSpPr/>
            <p:nvPr/>
          </p:nvSpPr>
          <p:spPr>
            <a:xfrm>
              <a:off x="6795900" y="2628550"/>
              <a:ext cx="102300" cy="25"/>
            </a:xfrm>
            <a:custGeom>
              <a:avLst/>
              <a:gdLst/>
              <a:ahLst/>
              <a:cxnLst/>
              <a:rect l="l" t="t" r="r" b="b"/>
              <a:pathLst>
                <a:path w="4092" h="1" fill="none" extrusionOk="0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" name="Elipse 42"/>
          <p:cNvSpPr/>
          <p:nvPr/>
        </p:nvSpPr>
        <p:spPr>
          <a:xfrm>
            <a:off x="957706" y="879653"/>
            <a:ext cx="1378001" cy="32442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5" name="Conector em curva 44"/>
          <p:cNvCxnSpPr>
            <a:stCxn id="50" idx="0"/>
            <a:endCxn id="43" idx="6"/>
          </p:cNvCxnSpPr>
          <p:nvPr/>
        </p:nvCxnSpPr>
        <p:spPr>
          <a:xfrm rot="16200000" flipV="1">
            <a:off x="4432382" y="-1054810"/>
            <a:ext cx="545327" cy="4738675"/>
          </a:xfrm>
          <a:prstGeom prst="curved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aixaDeTexto 49"/>
          <p:cNvSpPr txBox="1"/>
          <p:nvPr/>
        </p:nvSpPr>
        <p:spPr>
          <a:xfrm>
            <a:off x="5864702" y="1587191"/>
            <a:ext cx="24193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i="1" dirty="0" err="1" smtClean="0"/>
              <a:t>Rotten</a:t>
            </a:r>
            <a:r>
              <a:rPr lang="pt-BR" b="1" i="1" dirty="0" smtClean="0"/>
              <a:t> </a:t>
            </a:r>
            <a:r>
              <a:rPr lang="pt-BR" b="1" i="1" dirty="0" err="1" smtClean="0"/>
              <a:t>Flesh</a:t>
            </a:r>
            <a:r>
              <a:rPr lang="pt-BR" b="1" i="1" dirty="0" smtClean="0"/>
              <a:t> </a:t>
            </a:r>
            <a:r>
              <a:rPr lang="pt-BR" dirty="0" smtClean="0"/>
              <a:t>(nome dado ao sistema).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91104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0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 smtClean="0"/>
              <a:t>IDEIA COMPLICADA…</a:t>
            </a:r>
            <a:endParaRPr sz="2800" dirty="0"/>
          </a:p>
        </p:txBody>
      </p:sp>
      <p:sp>
        <p:nvSpPr>
          <p:cNvPr id="301" name="Google Shape;301;p20"/>
          <p:cNvSpPr txBox="1">
            <a:spLocks noGrp="1"/>
          </p:cNvSpPr>
          <p:nvPr>
            <p:ph type="body" idx="1"/>
          </p:nvPr>
        </p:nvSpPr>
        <p:spPr>
          <a:xfrm>
            <a:off x="174660" y="1675550"/>
            <a:ext cx="4675375" cy="314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lvl="0" indent="-342900" algn="l" rtl="0">
              <a:spcBef>
                <a:spcPts val="600"/>
              </a:spcBef>
              <a:spcAft>
                <a:spcPts val="1000"/>
              </a:spcAft>
              <a:buFont typeface="Wingdings" panose="05000000000000000000" pitchFamily="2" charset="2"/>
              <a:buChar char="q"/>
            </a:pPr>
            <a:r>
              <a:rPr lang="en" dirty="0" smtClean="0"/>
              <a:t>Iniciando o processo para se fazer o Front do código, notou-se que para cada filme que se tinha no banco de dados, era necessário criar um HTML referente a esse filme. Também era necessário considerar o que o usário iria “ver” na tela do seu computador, celular e TV.</a:t>
            </a:r>
            <a:endParaRPr dirty="0"/>
          </a:p>
        </p:txBody>
      </p:sp>
      <p:pic>
        <p:nvPicPr>
          <p:cNvPr id="302" name="Google Shape;302;p20" descr="18.jpg"/>
          <p:cNvPicPr preferRelativeResize="0"/>
          <p:nvPr/>
        </p:nvPicPr>
        <p:blipFill rotWithShape="1">
          <a:blip r:embed="rId3">
            <a:alphaModFix/>
          </a:blip>
          <a:srcRect l="1653" r="42096"/>
          <a:stretch/>
        </p:blipFill>
        <p:spPr>
          <a:xfrm>
            <a:off x="4675375" y="909350"/>
            <a:ext cx="4097700" cy="4097700"/>
          </a:xfrm>
          <a:prstGeom prst="diamond">
            <a:avLst/>
          </a:prstGeom>
          <a:noFill/>
          <a:ln>
            <a:noFill/>
          </a:ln>
        </p:spPr>
      </p:pic>
      <p:sp>
        <p:nvSpPr>
          <p:cNvPr id="303" name="Google Shape;303;p20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grpSp>
        <p:nvGrpSpPr>
          <p:cNvPr id="304" name="Google Shape;304;p20"/>
          <p:cNvGrpSpPr/>
          <p:nvPr/>
        </p:nvGrpSpPr>
        <p:grpSpPr>
          <a:xfrm>
            <a:off x="299071" y="635918"/>
            <a:ext cx="335800" cy="279517"/>
            <a:chOff x="1247825" y="322750"/>
            <a:chExt cx="443300" cy="369000"/>
          </a:xfrm>
        </p:grpSpPr>
        <p:sp>
          <p:nvSpPr>
            <p:cNvPr id="305" name="Google Shape;305;p20"/>
            <p:cNvSpPr/>
            <p:nvPr/>
          </p:nvSpPr>
          <p:spPr>
            <a:xfrm>
              <a:off x="1247825" y="322750"/>
              <a:ext cx="443300" cy="369000"/>
            </a:xfrm>
            <a:custGeom>
              <a:avLst/>
              <a:gdLst/>
              <a:ahLst/>
              <a:cxnLst/>
              <a:rect l="l" t="t" r="r" b="b"/>
              <a:pathLst>
                <a:path w="17732" h="14760" fill="none" extrusionOk="0">
                  <a:moveTo>
                    <a:pt x="16952" y="2558"/>
                  </a:moveTo>
                  <a:lnTo>
                    <a:pt x="13664" y="2558"/>
                  </a:lnTo>
                  <a:lnTo>
                    <a:pt x="13226" y="755"/>
                  </a:lnTo>
                  <a:lnTo>
                    <a:pt x="13226" y="755"/>
                  </a:lnTo>
                  <a:lnTo>
                    <a:pt x="13177" y="609"/>
                  </a:lnTo>
                  <a:lnTo>
                    <a:pt x="13104" y="463"/>
                  </a:lnTo>
                  <a:lnTo>
                    <a:pt x="13006" y="317"/>
                  </a:lnTo>
                  <a:lnTo>
                    <a:pt x="12885" y="220"/>
                  </a:lnTo>
                  <a:lnTo>
                    <a:pt x="12739" y="122"/>
                  </a:lnTo>
                  <a:lnTo>
                    <a:pt x="12592" y="49"/>
                  </a:lnTo>
                  <a:lnTo>
                    <a:pt x="12446" y="0"/>
                  </a:lnTo>
                  <a:lnTo>
                    <a:pt x="12276" y="0"/>
                  </a:lnTo>
                  <a:lnTo>
                    <a:pt x="5456" y="0"/>
                  </a:lnTo>
                  <a:lnTo>
                    <a:pt x="5456" y="0"/>
                  </a:lnTo>
                  <a:lnTo>
                    <a:pt x="5286" y="0"/>
                  </a:lnTo>
                  <a:lnTo>
                    <a:pt x="5140" y="49"/>
                  </a:lnTo>
                  <a:lnTo>
                    <a:pt x="4994" y="122"/>
                  </a:lnTo>
                  <a:lnTo>
                    <a:pt x="4848" y="220"/>
                  </a:lnTo>
                  <a:lnTo>
                    <a:pt x="4726" y="317"/>
                  </a:lnTo>
                  <a:lnTo>
                    <a:pt x="4628" y="463"/>
                  </a:lnTo>
                  <a:lnTo>
                    <a:pt x="4555" y="609"/>
                  </a:lnTo>
                  <a:lnTo>
                    <a:pt x="4507" y="755"/>
                  </a:lnTo>
                  <a:lnTo>
                    <a:pt x="4068" y="2558"/>
                  </a:lnTo>
                  <a:lnTo>
                    <a:pt x="3240" y="2558"/>
                  </a:lnTo>
                  <a:lnTo>
                    <a:pt x="3240" y="2558"/>
                  </a:lnTo>
                  <a:lnTo>
                    <a:pt x="3240" y="2558"/>
                  </a:lnTo>
                  <a:lnTo>
                    <a:pt x="3240" y="2460"/>
                  </a:lnTo>
                  <a:lnTo>
                    <a:pt x="3216" y="2363"/>
                  </a:lnTo>
                  <a:lnTo>
                    <a:pt x="3167" y="2290"/>
                  </a:lnTo>
                  <a:lnTo>
                    <a:pt x="3094" y="2217"/>
                  </a:lnTo>
                  <a:lnTo>
                    <a:pt x="3045" y="2144"/>
                  </a:lnTo>
                  <a:lnTo>
                    <a:pt x="2948" y="2119"/>
                  </a:lnTo>
                  <a:lnTo>
                    <a:pt x="2850" y="2071"/>
                  </a:lnTo>
                  <a:lnTo>
                    <a:pt x="2753" y="2071"/>
                  </a:lnTo>
                  <a:lnTo>
                    <a:pt x="2047" y="2071"/>
                  </a:lnTo>
                  <a:lnTo>
                    <a:pt x="2047" y="2071"/>
                  </a:lnTo>
                  <a:lnTo>
                    <a:pt x="1949" y="2071"/>
                  </a:lnTo>
                  <a:lnTo>
                    <a:pt x="1852" y="2119"/>
                  </a:lnTo>
                  <a:lnTo>
                    <a:pt x="1779" y="2144"/>
                  </a:lnTo>
                  <a:lnTo>
                    <a:pt x="1706" y="2217"/>
                  </a:lnTo>
                  <a:lnTo>
                    <a:pt x="1633" y="2290"/>
                  </a:lnTo>
                  <a:lnTo>
                    <a:pt x="1608" y="2363"/>
                  </a:lnTo>
                  <a:lnTo>
                    <a:pt x="1560" y="2460"/>
                  </a:lnTo>
                  <a:lnTo>
                    <a:pt x="1560" y="2558"/>
                  </a:lnTo>
                  <a:lnTo>
                    <a:pt x="1560" y="2558"/>
                  </a:lnTo>
                  <a:lnTo>
                    <a:pt x="780" y="2558"/>
                  </a:lnTo>
                  <a:lnTo>
                    <a:pt x="780" y="2558"/>
                  </a:lnTo>
                  <a:lnTo>
                    <a:pt x="634" y="2582"/>
                  </a:lnTo>
                  <a:lnTo>
                    <a:pt x="488" y="2631"/>
                  </a:lnTo>
                  <a:lnTo>
                    <a:pt x="342" y="2679"/>
                  </a:lnTo>
                  <a:lnTo>
                    <a:pt x="220" y="2777"/>
                  </a:lnTo>
                  <a:lnTo>
                    <a:pt x="123" y="2899"/>
                  </a:lnTo>
                  <a:lnTo>
                    <a:pt x="74" y="3045"/>
                  </a:lnTo>
                  <a:lnTo>
                    <a:pt x="25" y="3191"/>
                  </a:lnTo>
                  <a:lnTo>
                    <a:pt x="1" y="3337"/>
                  </a:lnTo>
                  <a:lnTo>
                    <a:pt x="1" y="13980"/>
                  </a:lnTo>
                  <a:lnTo>
                    <a:pt x="1" y="13980"/>
                  </a:lnTo>
                  <a:lnTo>
                    <a:pt x="25" y="14151"/>
                  </a:lnTo>
                  <a:lnTo>
                    <a:pt x="74" y="14297"/>
                  </a:lnTo>
                  <a:lnTo>
                    <a:pt x="123" y="14418"/>
                  </a:lnTo>
                  <a:lnTo>
                    <a:pt x="220" y="14540"/>
                  </a:lnTo>
                  <a:lnTo>
                    <a:pt x="342" y="14638"/>
                  </a:lnTo>
                  <a:lnTo>
                    <a:pt x="488" y="14711"/>
                  </a:lnTo>
                  <a:lnTo>
                    <a:pt x="634" y="14759"/>
                  </a:lnTo>
                  <a:lnTo>
                    <a:pt x="780" y="14759"/>
                  </a:lnTo>
                  <a:lnTo>
                    <a:pt x="16952" y="14759"/>
                  </a:lnTo>
                  <a:lnTo>
                    <a:pt x="16952" y="14759"/>
                  </a:lnTo>
                  <a:lnTo>
                    <a:pt x="17098" y="14759"/>
                  </a:lnTo>
                  <a:lnTo>
                    <a:pt x="17244" y="14711"/>
                  </a:lnTo>
                  <a:lnTo>
                    <a:pt x="17390" y="14638"/>
                  </a:lnTo>
                  <a:lnTo>
                    <a:pt x="17512" y="14540"/>
                  </a:lnTo>
                  <a:lnTo>
                    <a:pt x="17610" y="14418"/>
                  </a:lnTo>
                  <a:lnTo>
                    <a:pt x="17658" y="14297"/>
                  </a:lnTo>
                  <a:lnTo>
                    <a:pt x="17707" y="14151"/>
                  </a:lnTo>
                  <a:lnTo>
                    <a:pt x="17731" y="13980"/>
                  </a:lnTo>
                  <a:lnTo>
                    <a:pt x="17731" y="3337"/>
                  </a:lnTo>
                  <a:lnTo>
                    <a:pt x="17731" y="3337"/>
                  </a:lnTo>
                  <a:lnTo>
                    <a:pt x="17707" y="3191"/>
                  </a:lnTo>
                  <a:lnTo>
                    <a:pt x="17658" y="3045"/>
                  </a:lnTo>
                  <a:lnTo>
                    <a:pt x="17610" y="2899"/>
                  </a:lnTo>
                  <a:lnTo>
                    <a:pt x="17512" y="2777"/>
                  </a:lnTo>
                  <a:lnTo>
                    <a:pt x="17390" y="2679"/>
                  </a:lnTo>
                  <a:lnTo>
                    <a:pt x="17244" y="2631"/>
                  </a:lnTo>
                  <a:lnTo>
                    <a:pt x="17098" y="2582"/>
                  </a:lnTo>
                  <a:lnTo>
                    <a:pt x="16952" y="2558"/>
                  </a:lnTo>
                  <a:lnTo>
                    <a:pt x="16952" y="2558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20"/>
            <p:cNvSpPr/>
            <p:nvPr/>
          </p:nvSpPr>
          <p:spPr>
            <a:xfrm>
              <a:off x="1398225" y="386675"/>
              <a:ext cx="142500" cy="25"/>
            </a:xfrm>
            <a:custGeom>
              <a:avLst/>
              <a:gdLst/>
              <a:ahLst/>
              <a:cxnLst/>
              <a:rect l="l" t="t" r="r" b="b"/>
              <a:pathLst>
                <a:path w="5700" h="1" fill="none" extrusionOk="0">
                  <a:moveTo>
                    <a:pt x="5700" y="1"/>
                  </a:moveTo>
                  <a:lnTo>
                    <a:pt x="1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0"/>
            <p:cNvSpPr/>
            <p:nvPr/>
          </p:nvSpPr>
          <p:spPr>
            <a:xfrm>
              <a:off x="1370225" y="450000"/>
              <a:ext cx="198500" cy="197900"/>
            </a:xfrm>
            <a:custGeom>
              <a:avLst/>
              <a:gdLst/>
              <a:ahLst/>
              <a:cxnLst/>
              <a:rect l="l" t="t" r="r" b="b"/>
              <a:pathLst>
                <a:path w="7940" h="7916" fill="none" extrusionOk="0">
                  <a:moveTo>
                    <a:pt x="3970" y="7916"/>
                  </a:moveTo>
                  <a:lnTo>
                    <a:pt x="3970" y="7916"/>
                  </a:lnTo>
                  <a:lnTo>
                    <a:pt x="3556" y="7892"/>
                  </a:lnTo>
                  <a:lnTo>
                    <a:pt x="3166" y="7843"/>
                  </a:lnTo>
                  <a:lnTo>
                    <a:pt x="2801" y="7745"/>
                  </a:lnTo>
                  <a:lnTo>
                    <a:pt x="2436" y="7624"/>
                  </a:lnTo>
                  <a:lnTo>
                    <a:pt x="2070" y="7453"/>
                  </a:lnTo>
                  <a:lnTo>
                    <a:pt x="1754" y="7258"/>
                  </a:lnTo>
                  <a:lnTo>
                    <a:pt x="1462" y="7015"/>
                  </a:lnTo>
                  <a:lnTo>
                    <a:pt x="1169" y="6771"/>
                  </a:lnTo>
                  <a:lnTo>
                    <a:pt x="901" y="6479"/>
                  </a:lnTo>
                  <a:lnTo>
                    <a:pt x="682" y="6187"/>
                  </a:lnTo>
                  <a:lnTo>
                    <a:pt x="487" y="5846"/>
                  </a:lnTo>
                  <a:lnTo>
                    <a:pt x="317" y="5505"/>
                  </a:lnTo>
                  <a:lnTo>
                    <a:pt x="195" y="5139"/>
                  </a:lnTo>
                  <a:lnTo>
                    <a:pt x="98" y="4750"/>
                  </a:lnTo>
                  <a:lnTo>
                    <a:pt x="25" y="4360"/>
                  </a:lnTo>
                  <a:lnTo>
                    <a:pt x="0" y="3970"/>
                  </a:lnTo>
                  <a:lnTo>
                    <a:pt x="0" y="3970"/>
                  </a:lnTo>
                  <a:lnTo>
                    <a:pt x="25" y="3556"/>
                  </a:lnTo>
                  <a:lnTo>
                    <a:pt x="98" y="3167"/>
                  </a:lnTo>
                  <a:lnTo>
                    <a:pt x="195" y="2777"/>
                  </a:lnTo>
                  <a:lnTo>
                    <a:pt x="317" y="2412"/>
                  </a:lnTo>
                  <a:lnTo>
                    <a:pt x="487" y="2071"/>
                  </a:lnTo>
                  <a:lnTo>
                    <a:pt x="682" y="1754"/>
                  </a:lnTo>
                  <a:lnTo>
                    <a:pt x="901" y="1437"/>
                  </a:lnTo>
                  <a:lnTo>
                    <a:pt x="1169" y="1170"/>
                  </a:lnTo>
                  <a:lnTo>
                    <a:pt x="1462" y="902"/>
                  </a:lnTo>
                  <a:lnTo>
                    <a:pt x="1754" y="682"/>
                  </a:lnTo>
                  <a:lnTo>
                    <a:pt x="2070" y="488"/>
                  </a:lnTo>
                  <a:lnTo>
                    <a:pt x="2436" y="317"/>
                  </a:lnTo>
                  <a:lnTo>
                    <a:pt x="2801" y="171"/>
                  </a:lnTo>
                  <a:lnTo>
                    <a:pt x="3166" y="74"/>
                  </a:lnTo>
                  <a:lnTo>
                    <a:pt x="3556" y="25"/>
                  </a:lnTo>
                  <a:lnTo>
                    <a:pt x="3970" y="1"/>
                  </a:lnTo>
                  <a:lnTo>
                    <a:pt x="3970" y="1"/>
                  </a:lnTo>
                  <a:lnTo>
                    <a:pt x="4384" y="25"/>
                  </a:lnTo>
                  <a:lnTo>
                    <a:pt x="4774" y="74"/>
                  </a:lnTo>
                  <a:lnTo>
                    <a:pt x="5139" y="171"/>
                  </a:lnTo>
                  <a:lnTo>
                    <a:pt x="5505" y="317"/>
                  </a:lnTo>
                  <a:lnTo>
                    <a:pt x="5870" y="488"/>
                  </a:lnTo>
                  <a:lnTo>
                    <a:pt x="6186" y="682"/>
                  </a:lnTo>
                  <a:lnTo>
                    <a:pt x="6479" y="902"/>
                  </a:lnTo>
                  <a:lnTo>
                    <a:pt x="6771" y="1170"/>
                  </a:lnTo>
                  <a:lnTo>
                    <a:pt x="7039" y="1437"/>
                  </a:lnTo>
                  <a:lnTo>
                    <a:pt x="7258" y="1754"/>
                  </a:lnTo>
                  <a:lnTo>
                    <a:pt x="7453" y="2071"/>
                  </a:lnTo>
                  <a:lnTo>
                    <a:pt x="7623" y="2412"/>
                  </a:lnTo>
                  <a:lnTo>
                    <a:pt x="7745" y="2777"/>
                  </a:lnTo>
                  <a:lnTo>
                    <a:pt x="7843" y="3167"/>
                  </a:lnTo>
                  <a:lnTo>
                    <a:pt x="7916" y="3556"/>
                  </a:lnTo>
                  <a:lnTo>
                    <a:pt x="7940" y="3970"/>
                  </a:lnTo>
                  <a:lnTo>
                    <a:pt x="7940" y="3970"/>
                  </a:lnTo>
                  <a:lnTo>
                    <a:pt x="7916" y="4360"/>
                  </a:lnTo>
                  <a:lnTo>
                    <a:pt x="7843" y="4750"/>
                  </a:lnTo>
                  <a:lnTo>
                    <a:pt x="7745" y="5139"/>
                  </a:lnTo>
                  <a:lnTo>
                    <a:pt x="7623" y="5505"/>
                  </a:lnTo>
                  <a:lnTo>
                    <a:pt x="7453" y="5846"/>
                  </a:lnTo>
                  <a:lnTo>
                    <a:pt x="7258" y="6187"/>
                  </a:lnTo>
                  <a:lnTo>
                    <a:pt x="7039" y="6479"/>
                  </a:lnTo>
                  <a:lnTo>
                    <a:pt x="6771" y="6771"/>
                  </a:lnTo>
                  <a:lnTo>
                    <a:pt x="6479" y="7015"/>
                  </a:lnTo>
                  <a:lnTo>
                    <a:pt x="6186" y="7258"/>
                  </a:lnTo>
                  <a:lnTo>
                    <a:pt x="5870" y="7453"/>
                  </a:lnTo>
                  <a:lnTo>
                    <a:pt x="5505" y="7624"/>
                  </a:lnTo>
                  <a:lnTo>
                    <a:pt x="5139" y="7745"/>
                  </a:lnTo>
                  <a:lnTo>
                    <a:pt x="4774" y="7843"/>
                  </a:lnTo>
                  <a:lnTo>
                    <a:pt x="4384" y="7892"/>
                  </a:lnTo>
                  <a:lnTo>
                    <a:pt x="3970" y="7916"/>
                  </a:lnTo>
                  <a:lnTo>
                    <a:pt x="3970" y="7916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0"/>
            <p:cNvSpPr/>
            <p:nvPr/>
          </p:nvSpPr>
          <p:spPr>
            <a:xfrm>
              <a:off x="1403100" y="482875"/>
              <a:ext cx="132750" cy="132150"/>
            </a:xfrm>
            <a:custGeom>
              <a:avLst/>
              <a:gdLst/>
              <a:ahLst/>
              <a:cxnLst/>
              <a:rect l="l" t="t" r="r" b="b"/>
              <a:pathLst>
                <a:path w="5310" h="5286" fill="none" extrusionOk="0">
                  <a:moveTo>
                    <a:pt x="2655" y="5286"/>
                  </a:moveTo>
                  <a:lnTo>
                    <a:pt x="2655" y="5286"/>
                  </a:lnTo>
                  <a:lnTo>
                    <a:pt x="2387" y="5286"/>
                  </a:lnTo>
                  <a:lnTo>
                    <a:pt x="2119" y="5237"/>
                  </a:lnTo>
                  <a:lnTo>
                    <a:pt x="1876" y="5164"/>
                  </a:lnTo>
                  <a:lnTo>
                    <a:pt x="1632" y="5091"/>
                  </a:lnTo>
                  <a:lnTo>
                    <a:pt x="1389" y="4969"/>
                  </a:lnTo>
                  <a:lnTo>
                    <a:pt x="1169" y="4847"/>
                  </a:lnTo>
                  <a:lnTo>
                    <a:pt x="975" y="4677"/>
                  </a:lnTo>
                  <a:lnTo>
                    <a:pt x="780" y="4506"/>
                  </a:lnTo>
                  <a:lnTo>
                    <a:pt x="609" y="4336"/>
                  </a:lnTo>
                  <a:lnTo>
                    <a:pt x="463" y="4117"/>
                  </a:lnTo>
                  <a:lnTo>
                    <a:pt x="317" y="3897"/>
                  </a:lnTo>
                  <a:lnTo>
                    <a:pt x="220" y="3678"/>
                  </a:lnTo>
                  <a:lnTo>
                    <a:pt x="122" y="3435"/>
                  </a:lnTo>
                  <a:lnTo>
                    <a:pt x="74" y="3191"/>
                  </a:lnTo>
                  <a:lnTo>
                    <a:pt x="25" y="2923"/>
                  </a:lnTo>
                  <a:lnTo>
                    <a:pt x="0" y="2655"/>
                  </a:lnTo>
                  <a:lnTo>
                    <a:pt x="0" y="2655"/>
                  </a:lnTo>
                  <a:lnTo>
                    <a:pt x="25" y="2387"/>
                  </a:lnTo>
                  <a:lnTo>
                    <a:pt x="74" y="2120"/>
                  </a:lnTo>
                  <a:lnTo>
                    <a:pt x="122" y="1852"/>
                  </a:lnTo>
                  <a:lnTo>
                    <a:pt x="220" y="1608"/>
                  </a:lnTo>
                  <a:lnTo>
                    <a:pt x="317" y="1389"/>
                  </a:lnTo>
                  <a:lnTo>
                    <a:pt x="463" y="1170"/>
                  </a:lnTo>
                  <a:lnTo>
                    <a:pt x="609" y="975"/>
                  </a:lnTo>
                  <a:lnTo>
                    <a:pt x="780" y="780"/>
                  </a:lnTo>
                  <a:lnTo>
                    <a:pt x="975" y="610"/>
                  </a:lnTo>
                  <a:lnTo>
                    <a:pt x="1169" y="463"/>
                  </a:lnTo>
                  <a:lnTo>
                    <a:pt x="1389" y="317"/>
                  </a:lnTo>
                  <a:lnTo>
                    <a:pt x="1632" y="220"/>
                  </a:lnTo>
                  <a:lnTo>
                    <a:pt x="1876" y="122"/>
                  </a:lnTo>
                  <a:lnTo>
                    <a:pt x="2119" y="49"/>
                  </a:lnTo>
                  <a:lnTo>
                    <a:pt x="2387" y="25"/>
                  </a:lnTo>
                  <a:lnTo>
                    <a:pt x="2655" y="1"/>
                  </a:lnTo>
                  <a:lnTo>
                    <a:pt x="2655" y="1"/>
                  </a:lnTo>
                  <a:lnTo>
                    <a:pt x="2923" y="25"/>
                  </a:lnTo>
                  <a:lnTo>
                    <a:pt x="3191" y="49"/>
                  </a:lnTo>
                  <a:lnTo>
                    <a:pt x="3435" y="122"/>
                  </a:lnTo>
                  <a:lnTo>
                    <a:pt x="3678" y="220"/>
                  </a:lnTo>
                  <a:lnTo>
                    <a:pt x="3922" y="317"/>
                  </a:lnTo>
                  <a:lnTo>
                    <a:pt x="4141" y="463"/>
                  </a:lnTo>
                  <a:lnTo>
                    <a:pt x="4336" y="610"/>
                  </a:lnTo>
                  <a:lnTo>
                    <a:pt x="4530" y="780"/>
                  </a:lnTo>
                  <a:lnTo>
                    <a:pt x="4701" y="975"/>
                  </a:lnTo>
                  <a:lnTo>
                    <a:pt x="4847" y="1170"/>
                  </a:lnTo>
                  <a:lnTo>
                    <a:pt x="4993" y="1389"/>
                  </a:lnTo>
                  <a:lnTo>
                    <a:pt x="5091" y="1608"/>
                  </a:lnTo>
                  <a:lnTo>
                    <a:pt x="5188" y="1852"/>
                  </a:lnTo>
                  <a:lnTo>
                    <a:pt x="5237" y="2120"/>
                  </a:lnTo>
                  <a:lnTo>
                    <a:pt x="5285" y="2387"/>
                  </a:lnTo>
                  <a:lnTo>
                    <a:pt x="5310" y="2655"/>
                  </a:lnTo>
                  <a:lnTo>
                    <a:pt x="5310" y="2655"/>
                  </a:lnTo>
                  <a:lnTo>
                    <a:pt x="5285" y="2923"/>
                  </a:lnTo>
                  <a:lnTo>
                    <a:pt x="5237" y="3191"/>
                  </a:lnTo>
                  <a:lnTo>
                    <a:pt x="5188" y="3435"/>
                  </a:lnTo>
                  <a:lnTo>
                    <a:pt x="5091" y="3678"/>
                  </a:lnTo>
                  <a:lnTo>
                    <a:pt x="4993" y="3897"/>
                  </a:lnTo>
                  <a:lnTo>
                    <a:pt x="4847" y="4117"/>
                  </a:lnTo>
                  <a:lnTo>
                    <a:pt x="4701" y="4336"/>
                  </a:lnTo>
                  <a:lnTo>
                    <a:pt x="4530" y="4506"/>
                  </a:lnTo>
                  <a:lnTo>
                    <a:pt x="4336" y="4677"/>
                  </a:lnTo>
                  <a:lnTo>
                    <a:pt x="4141" y="4847"/>
                  </a:lnTo>
                  <a:lnTo>
                    <a:pt x="3922" y="4969"/>
                  </a:lnTo>
                  <a:lnTo>
                    <a:pt x="3678" y="5091"/>
                  </a:lnTo>
                  <a:lnTo>
                    <a:pt x="3435" y="5164"/>
                  </a:lnTo>
                  <a:lnTo>
                    <a:pt x="3191" y="5237"/>
                  </a:lnTo>
                  <a:lnTo>
                    <a:pt x="2923" y="5286"/>
                  </a:lnTo>
                  <a:lnTo>
                    <a:pt x="2655" y="5286"/>
                  </a:lnTo>
                  <a:lnTo>
                    <a:pt x="2655" y="5286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20"/>
            <p:cNvSpPr/>
            <p:nvPr/>
          </p:nvSpPr>
          <p:spPr>
            <a:xfrm>
              <a:off x="1588800" y="435400"/>
              <a:ext cx="66400" cy="43850"/>
            </a:xfrm>
            <a:custGeom>
              <a:avLst/>
              <a:gdLst/>
              <a:ahLst/>
              <a:cxnLst/>
              <a:rect l="l" t="t" r="r" b="b"/>
              <a:pathLst>
                <a:path w="2656" h="1754" fill="none" extrusionOk="0">
                  <a:moveTo>
                    <a:pt x="2655" y="1266"/>
                  </a:moveTo>
                  <a:lnTo>
                    <a:pt x="2655" y="1266"/>
                  </a:lnTo>
                  <a:lnTo>
                    <a:pt x="2655" y="1364"/>
                  </a:lnTo>
                  <a:lnTo>
                    <a:pt x="2631" y="1461"/>
                  </a:lnTo>
                  <a:lnTo>
                    <a:pt x="2582" y="1534"/>
                  </a:lnTo>
                  <a:lnTo>
                    <a:pt x="2509" y="1607"/>
                  </a:lnTo>
                  <a:lnTo>
                    <a:pt x="2461" y="1680"/>
                  </a:lnTo>
                  <a:lnTo>
                    <a:pt x="2363" y="1705"/>
                  </a:lnTo>
                  <a:lnTo>
                    <a:pt x="2266" y="1754"/>
                  </a:lnTo>
                  <a:lnTo>
                    <a:pt x="2168" y="1754"/>
                  </a:lnTo>
                  <a:lnTo>
                    <a:pt x="488" y="1754"/>
                  </a:lnTo>
                  <a:lnTo>
                    <a:pt x="488" y="1754"/>
                  </a:lnTo>
                  <a:lnTo>
                    <a:pt x="390" y="1754"/>
                  </a:lnTo>
                  <a:lnTo>
                    <a:pt x="293" y="1705"/>
                  </a:lnTo>
                  <a:lnTo>
                    <a:pt x="220" y="1680"/>
                  </a:lnTo>
                  <a:lnTo>
                    <a:pt x="147" y="1607"/>
                  </a:lnTo>
                  <a:lnTo>
                    <a:pt x="74" y="1534"/>
                  </a:lnTo>
                  <a:lnTo>
                    <a:pt x="49" y="1461"/>
                  </a:lnTo>
                  <a:lnTo>
                    <a:pt x="1" y="1364"/>
                  </a:lnTo>
                  <a:lnTo>
                    <a:pt x="1" y="1266"/>
                  </a:lnTo>
                  <a:lnTo>
                    <a:pt x="1" y="487"/>
                  </a:lnTo>
                  <a:lnTo>
                    <a:pt x="1" y="487"/>
                  </a:lnTo>
                  <a:lnTo>
                    <a:pt x="1" y="390"/>
                  </a:lnTo>
                  <a:lnTo>
                    <a:pt x="49" y="292"/>
                  </a:lnTo>
                  <a:lnTo>
                    <a:pt x="74" y="219"/>
                  </a:lnTo>
                  <a:lnTo>
                    <a:pt x="147" y="146"/>
                  </a:lnTo>
                  <a:lnTo>
                    <a:pt x="220" y="73"/>
                  </a:lnTo>
                  <a:lnTo>
                    <a:pt x="293" y="49"/>
                  </a:lnTo>
                  <a:lnTo>
                    <a:pt x="390" y="0"/>
                  </a:lnTo>
                  <a:lnTo>
                    <a:pt x="488" y="0"/>
                  </a:lnTo>
                  <a:lnTo>
                    <a:pt x="2168" y="0"/>
                  </a:lnTo>
                  <a:lnTo>
                    <a:pt x="2168" y="0"/>
                  </a:lnTo>
                  <a:lnTo>
                    <a:pt x="2266" y="0"/>
                  </a:lnTo>
                  <a:lnTo>
                    <a:pt x="2363" y="49"/>
                  </a:lnTo>
                  <a:lnTo>
                    <a:pt x="2461" y="73"/>
                  </a:lnTo>
                  <a:lnTo>
                    <a:pt x="2509" y="146"/>
                  </a:lnTo>
                  <a:lnTo>
                    <a:pt x="2582" y="219"/>
                  </a:lnTo>
                  <a:lnTo>
                    <a:pt x="2631" y="292"/>
                  </a:lnTo>
                  <a:lnTo>
                    <a:pt x="2655" y="390"/>
                  </a:lnTo>
                  <a:lnTo>
                    <a:pt x="2655" y="487"/>
                  </a:lnTo>
                  <a:lnTo>
                    <a:pt x="2655" y="1266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960270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967" y="1248798"/>
            <a:ext cx="2356809" cy="379215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20" name="Google Shape;320;p22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 smtClean="0"/>
              <a:t>EXPLICAÇÃO DO HTML</a:t>
            </a:r>
            <a:endParaRPr sz="3200" dirty="0"/>
          </a:p>
        </p:txBody>
      </p:sp>
      <p:sp>
        <p:nvSpPr>
          <p:cNvPr id="321" name="Google Shape;321;p22"/>
          <p:cNvSpPr txBox="1">
            <a:spLocks noGrp="1"/>
          </p:cNvSpPr>
          <p:nvPr>
            <p:ph type="sldNum" idx="12"/>
          </p:nvPr>
        </p:nvSpPr>
        <p:spPr>
          <a:xfrm>
            <a:off x="7254088" y="4614296"/>
            <a:ext cx="1889912" cy="37782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grpSp>
        <p:nvGrpSpPr>
          <p:cNvPr id="325" name="Google Shape;325;p22"/>
          <p:cNvGrpSpPr/>
          <p:nvPr/>
        </p:nvGrpSpPr>
        <p:grpSpPr>
          <a:xfrm>
            <a:off x="263101" y="580106"/>
            <a:ext cx="407743" cy="391135"/>
            <a:chOff x="5233525" y="4954450"/>
            <a:chExt cx="538275" cy="516350"/>
          </a:xfrm>
        </p:grpSpPr>
        <p:sp>
          <p:nvSpPr>
            <p:cNvPr id="326" name="Google Shape;326;p22"/>
            <p:cNvSpPr/>
            <p:nvPr/>
          </p:nvSpPr>
          <p:spPr>
            <a:xfrm>
              <a:off x="5637825" y="4954450"/>
              <a:ext cx="89525" cy="89525"/>
            </a:xfrm>
            <a:custGeom>
              <a:avLst/>
              <a:gdLst/>
              <a:ahLst/>
              <a:cxnLst/>
              <a:rect l="l" t="t" r="r" b="b"/>
              <a:pathLst>
                <a:path w="3581" h="3581" fill="none" extrusionOk="0">
                  <a:moveTo>
                    <a:pt x="1023" y="3410"/>
                  </a:moveTo>
                  <a:lnTo>
                    <a:pt x="1023" y="3410"/>
                  </a:lnTo>
                  <a:lnTo>
                    <a:pt x="1193" y="3483"/>
                  </a:lnTo>
                  <a:lnTo>
                    <a:pt x="1388" y="3532"/>
                  </a:lnTo>
                  <a:lnTo>
                    <a:pt x="1583" y="3556"/>
                  </a:lnTo>
                  <a:lnTo>
                    <a:pt x="1778" y="3581"/>
                  </a:lnTo>
                  <a:lnTo>
                    <a:pt x="1778" y="3581"/>
                  </a:lnTo>
                  <a:lnTo>
                    <a:pt x="1973" y="3556"/>
                  </a:lnTo>
                  <a:lnTo>
                    <a:pt x="2143" y="3532"/>
                  </a:lnTo>
                  <a:lnTo>
                    <a:pt x="2314" y="3508"/>
                  </a:lnTo>
                  <a:lnTo>
                    <a:pt x="2484" y="3435"/>
                  </a:lnTo>
                  <a:lnTo>
                    <a:pt x="2630" y="3361"/>
                  </a:lnTo>
                  <a:lnTo>
                    <a:pt x="2776" y="3264"/>
                  </a:lnTo>
                  <a:lnTo>
                    <a:pt x="2923" y="3167"/>
                  </a:lnTo>
                  <a:lnTo>
                    <a:pt x="3044" y="3045"/>
                  </a:lnTo>
                  <a:lnTo>
                    <a:pt x="3166" y="2923"/>
                  </a:lnTo>
                  <a:lnTo>
                    <a:pt x="3264" y="2801"/>
                  </a:lnTo>
                  <a:lnTo>
                    <a:pt x="3361" y="2631"/>
                  </a:lnTo>
                  <a:lnTo>
                    <a:pt x="3434" y="2485"/>
                  </a:lnTo>
                  <a:lnTo>
                    <a:pt x="3483" y="2314"/>
                  </a:lnTo>
                  <a:lnTo>
                    <a:pt x="3531" y="2144"/>
                  </a:lnTo>
                  <a:lnTo>
                    <a:pt x="3556" y="1973"/>
                  </a:lnTo>
                  <a:lnTo>
                    <a:pt x="3580" y="1803"/>
                  </a:lnTo>
                  <a:lnTo>
                    <a:pt x="3580" y="1803"/>
                  </a:lnTo>
                  <a:lnTo>
                    <a:pt x="3556" y="1608"/>
                  </a:lnTo>
                  <a:lnTo>
                    <a:pt x="3531" y="1437"/>
                  </a:lnTo>
                  <a:lnTo>
                    <a:pt x="3483" y="1267"/>
                  </a:lnTo>
                  <a:lnTo>
                    <a:pt x="3434" y="1096"/>
                  </a:lnTo>
                  <a:lnTo>
                    <a:pt x="3361" y="950"/>
                  </a:lnTo>
                  <a:lnTo>
                    <a:pt x="3264" y="804"/>
                  </a:lnTo>
                  <a:lnTo>
                    <a:pt x="3166" y="658"/>
                  </a:lnTo>
                  <a:lnTo>
                    <a:pt x="3044" y="536"/>
                  </a:lnTo>
                  <a:lnTo>
                    <a:pt x="2923" y="414"/>
                  </a:lnTo>
                  <a:lnTo>
                    <a:pt x="2776" y="317"/>
                  </a:lnTo>
                  <a:lnTo>
                    <a:pt x="2630" y="220"/>
                  </a:lnTo>
                  <a:lnTo>
                    <a:pt x="2484" y="147"/>
                  </a:lnTo>
                  <a:lnTo>
                    <a:pt x="2314" y="98"/>
                  </a:lnTo>
                  <a:lnTo>
                    <a:pt x="2143" y="49"/>
                  </a:lnTo>
                  <a:lnTo>
                    <a:pt x="1973" y="25"/>
                  </a:lnTo>
                  <a:lnTo>
                    <a:pt x="1778" y="0"/>
                  </a:lnTo>
                  <a:lnTo>
                    <a:pt x="1778" y="0"/>
                  </a:lnTo>
                  <a:lnTo>
                    <a:pt x="1607" y="25"/>
                  </a:lnTo>
                  <a:lnTo>
                    <a:pt x="1437" y="49"/>
                  </a:lnTo>
                  <a:lnTo>
                    <a:pt x="1266" y="98"/>
                  </a:lnTo>
                  <a:lnTo>
                    <a:pt x="1096" y="147"/>
                  </a:lnTo>
                  <a:lnTo>
                    <a:pt x="925" y="220"/>
                  </a:lnTo>
                  <a:lnTo>
                    <a:pt x="779" y="317"/>
                  </a:lnTo>
                  <a:lnTo>
                    <a:pt x="658" y="414"/>
                  </a:lnTo>
                  <a:lnTo>
                    <a:pt x="536" y="536"/>
                  </a:lnTo>
                  <a:lnTo>
                    <a:pt x="414" y="658"/>
                  </a:lnTo>
                  <a:lnTo>
                    <a:pt x="317" y="804"/>
                  </a:lnTo>
                  <a:lnTo>
                    <a:pt x="219" y="950"/>
                  </a:lnTo>
                  <a:lnTo>
                    <a:pt x="146" y="1096"/>
                  </a:lnTo>
                  <a:lnTo>
                    <a:pt x="73" y="1267"/>
                  </a:lnTo>
                  <a:lnTo>
                    <a:pt x="49" y="1437"/>
                  </a:lnTo>
                  <a:lnTo>
                    <a:pt x="24" y="1608"/>
                  </a:lnTo>
                  <a:lnTo>
                    <a:pt x="0" y="1803"/>
                  </a:lnTo>
                  <a:lnTo>
                    <a:pt x="0" y="1803"/>
                  </a:lnTo>
                  <a:lnTo>
                    <a:pt x="24" y="2071"/>
                  </a:lnTo>
                  <a:lnTo>
                    <a:pt x="97" y="2339"/>
                  </a:lnTo>
                  <a:lnTo>
                    <a:pt x="195" y="2582"/>
                  </a:lnTo>
                  <a:lnTo>
                    <a:pt x="317" y="280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22"/>
            <p:cNvSpPr/>
            <p:nvPr/>
          </p:nvSpPr>
          <p:spPr>
            <a:xfrm>
              <a:off x="5323025" y="4980625"/>
              <a:ext cx="88925" cy="88925"/>
            </a:xfrm>
            <a:custGeom>
              <a:avLst/>
              <a:gdLst/>
              <a:ahLst/>
              <a:cxnLst/>
              <a:rect l="l" t="t" r="r" b="b"/>
              <a:pathLst>
                <a:path w="3557" h="3557" fill="none" extrusionOk="0">
                  <a:moveTo>
                    <a:pt x="3191" y="2850"/>
                  </a:moveTo>
                  <a:lnTo>
                    <a:pt x="3191" y="2850"/>
                  </a:lnTo>
                  <a:lnTo>
                    <a:pt x="3313" y="2680"/>
                  </a:lnTo>
                  <a:lnTo>
                    <a:pt x="3410" y="2509"/>
                  </a:lnTo>
                  <a:lnTo>
                    <a:pt x="3483" y="2314"/>
                  </a:lnTo>
                  <a:lnTo>
                    <a:pt x="3532" y="2095"/>
                  </a:lnTo>
                  <a:lnTo>
                    <a:pt x="3532" y="2095"/>
                  </a:lnTo>
                  <a:lnTo>
                    <a:pt x="3556" y="1925"/>
                  </a:lnTo>
                  <a:lnTo>
                    <a:pt x="3556" y="1730"/>
                  </a:lnTo>
                  <a:lnTo>
                    <a:pt x="3556" y="1559"/>
                  </a:lnTo>
                  <a:lnTo>
                    <a:pt x="3508" y="1389"/>
                  </a:lnTo>
                  <a:lnTo>
                    <a:pt x="3459" y="1218"/>
                  </a:lnTo>
                  <a:lnTo>
                    <a:pt x="3410" y="1072"/>
                  </a:lnTo>
                  <a:lnTo>
                    <a:pt x="3337" y="902"/>
                  </a:lnTo>
                  <a:lnTo>
                    <a:pt x="3240" y="756"/>
                  </a:lnTo>
                  <a:lnTo>
                    <a:pt x="3142" y="634"/>
                  </a:lnTo>
                  <a:lnTo>
                    <a:pt x="3021" y="512"/>
                  </a:lnTo>
                  <a:lnTo>
                    <a:pt x="2899" y="390"/>
                  </a:lnTo>
                  <a:lnTo>
                    <a:pt x="2753" y="293"/>
                  </a:lnTo>
                  <a:lnTo>
                    <a:pt x="2606" y="196"/>
                  </a:lnTo>
                  <a:lnTo>
                    <a:pt x="2436" y="122"/>
                  </a:lnTo>
                  <a:lnTo>
                    <a:pt x="2266" y="74"/>
                  </a:lnTo>
                  <a:lnTo>
                    <a:pt x="2095" y="25"/>
                  </a:lnTo>
                  <a:lnTo>
                    <a:pt x="2095" y="25"/>
                  </a:lnTo>
                  <a:lnTo>
                    <a:pt x="1925" y="1"/>
                  </a:lnTo>
                  <a:lnTo>
                    <a:pt x="1730" y="1"/>
                  </a:lnTo>
                  <a:lnTo>
                    <a:pt x="1559" y="1"/>
                  </a:lnTo>
                  <a:lnTo>
                    <a:pt x="1389" y="25"/>
                  </a:lnTo>
                  <a:lnTo>
                    <a:pt x="1218" y="74"/>
                  </a:lnTo>
                  <a:lnTo>
                    <a:pt x="1072" y="147"/>
                  </a:lnTo>
                  <a:lnTo>
                    <a:pt x="902" y="220"/>
                  </a:lnTo>
                  <a:lnTo>
                    <a:pt x="756" y="317"/>
                  </a:lnTo>
                  <a:lnTo>
                    <a:pt x="634" y="415"/>
                  </a:lnTo>
                  <a:lnTo>
                    <a:pt x="512" y="537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1"/>
                  </a:lnTo>
                  <a:lnTo>
                    <a:pt x="122" y="1097"/>
                  </a:lnTo>
                  <a:lnTo>
                    <a:pt x="74" y="1267"/>
                  </a:lnTo>
                  <a:lnTo>
                    <a:pt x="25" y="1462"/>
                  </a:lnTo>
                  <a:lnTo>
                    <a:pt x="25" y="1462"/>
                  </a:lnTo>
                  <a:lnTo>
                    <a:pt x="1" y="1633"/>
                  </a:lnTo>
                  <a:lnTo>
                    <a:pt x="1" y="1803"/>
                  </a:lnTo>
                  <a:lnTo>
                    <a:pt x="1" y="1998"/>
                  </a:lnTo>
                  <a:lnTo>
                    <a:pt x="25" y="2168"/>
                  </a:lnTo>
                  <a:lnTo>
                    <a:pt x="74" y="2339"/>
                  </a:lnTo>
                  <a:lnTo>
                    <a:pt x="147" y="2485"/>
                  </a:lnTo>
                  <a:lnTo>
                    <a:pt x="220" y="2655"/>
                  </a:lnTo>
                  <a:lnTo>
                    <a:pt x="317" y="2777"/>
                  </a:lnTo>
                  <a:lnTo>
                    <a:pt x="415" y="2923"/>
                  </a:lnTo>
                  <a:lnTo>
                    <a:pt x="536" y="3045"/>
                  </a:lnTo>
                  <a:lnTo>
                    <a:pt x="658" y="3167"/>
                  </a:lnTo>
                  <a:lnTo>
                    <a:pt x="804" y="3264"/>
                  </a:lnTo>
                  <a:lnTo>
                    <a:pt x="950" y="3362"/>
                  </a:lnTo>
                  <a:lnTo>
                    <a:pt x="1096" y="3435"/>
                  </a:lnTo>
                  <a:lnTo>
                    <a:pt x="1267" y="3483"/>
                  </a:lnTo>
                  <a:lnTo>
                    <a:pt x="1462" y="3532"/>
                  </a:lnTo>
                  <a:lnTo>
                    <a:pt x="1462" y="3532"/>
                  </a:lnTo>
                  <a:lnTo>
                    <a:pt x="1705" y="3557"/>
                  </a:lnTo>
                  <a:lnTo>
                    <a:pt x="1973" y="3557"/>
                  </a:lnTo>
                  <a:lnTo>
                    <a:pt x="2217" y="3508"/>
                  </a:lnTo>
                  <a:lnTo>
                    <a:pt x="2460" y="3435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22"/>
            <p:cNvSpPr/>
            <p:nvPr/>
          </p:nvSpPr>
          <p:spPr>
            <a:xfrm>
              <a:off x="5233525" y="5255225"/>
              <a:ext cx="89525" cy="89525"/>
            </a:xfrm>
            <a:custGeom>
              <a:avLst/>
              <a:gdLst/>
              <a:ahLst/>
              <a:cxnLst/>
              <a:rect l="l" t="t" r="r" b="b"/>
              <a:pathLst>
                <a:path w="3581" h="3581" fill="none" extrusionOk="0">
                  <a:moveTo>
                    <a:pt x="3215" y="707"/>
                  </a:moveTo>
                  <a:lnTo>
                    <a:pt x="3215" y="707"/>
                  </a:lnTo>
                  <a:lnTo>
                    <a:pt x="3093" y="585"/>
                  </a:lnTo>
                  <a:lnTo>
                    <a:pt x="2972" y="464"/>
                  </a:lnTo>
                  <a:lnTo>
                    <a:pt x="2850" y="342"/>
                  </a:lnTo>
                  <a:lnTo>
                    <a:pt x="2679" y="244"/>
                  </a:lnTo>
                  <a:lnTo>
                    <a:pt x="2679" y="244"/>
                  </a:lnTo>
                  <a:lnTo>
                    <a:pt x="2533" y="171"/>
                  </a:lnTo>
                  <a:lnTo>
                    <a:pt x="2363" y="98"/>
                  </a:lnTo>
                  <a:lnTo>
                    <a:pt x="2192" y="50"/>
                  </a:lnTo>
                  <a:lnTo>
                    <a:pt x="2022" y="25"/>
                  </a:lnTo>
                  <a:lnTo>
                    <a:pt x="1851" y="1"/>
                  </a:lnTo>
                  <a:lnTo>
                    <a:pt x="1681" y="25"/>
                  </a:lnTo>
                  <a:lnTo>
                    <a:pt x="1510" y="25"/>
                  </a:lnTo>
                  <a:lnTo>
                    <a:pt x="1340" y="74"/>
                  </a:lnTo>
                  <a:lnTo>
                    <a:pt x="1169" y="123"/>
                  </a:lnTo>
                  <a:lnTo>
                    <a:pt x="1023" y="196"/>
                  </a:lnTo>
                  <a:lnTo>
                    <a:pt x="877" y="269"/>
                  </a:lnTo>
                  <a:lnTo>
                    <a:pt x="731" y="366"/>
                  </a:lnTo>
                  <a:lnTo>
                    <a:pt x="585" y="488"/>
                  </a:lnTo>
                  <a:lnTo>
                    <a:pt x="463" y="610"/>
                  </a:lnTo>
                  <a:lnTo>
                    <a:pt x="341" y="731"/>
                  </a:lnTo>
                  <a:lnTo>
                    <a:pt x="244" y="902"/>
                  </a:lnTo>
                  <a:lnTo>
                    <a:pt x="244" y="902"/>
                  </a:lnTo>
                  <a:lnTo>
                    <a:pt x="171" y="1048"/>
                  </a:lnTo>
                  <a:lnTo>
                    <a:pt x="98" y="1219"/>
                  </a:lnTo>
                  <a:lnTo>
                    <a:pt x="49" y="1389"/>
                  </a:lnTo>
                  <a:lnTo>
                    <a:pt x="25" y="1560"/>
                  </a:lnTo>
                  <a:lnTo>
                    <a:pt x="0" y="1730"/>
                  </a:lnTo>
                  <a:lnTo>
                    <a:pt x="0" y="1900"/>
                  </a:lnTo>
                  <a:lnTo>
                    <a:pt x="25" y="2071"/>
                  </a:lnTo>
                  <a:lnTo>
                    <a:pt x="73" y="2241"/>
                  </a:lnTo>
                  <a:lnTo>
                    <a:pt x="122" y="2412"/>
                  </a:lnTo>
                  <a:lnTo>
                    <a:pt x="195" y="2558"/>
                  </a:lnTo>
                  <a:lnTo>
                    <a:pt x="268" y="2729"/>
                  </a:lnTo>
                  <a:lnTo>
                    <a:pt x="366" y="2850"/>
                  </a:lnTo>
                  <a:lnTo>
                    <a:pt x="463" y="2996"/>
                  </a:lnTo>
                  <a:lnTo>
                    <a:pt x="609" y="3118"/>
                  </a:lnTo>
                  <a:lnTo>
                    <a:pt x="731" y="3240"/>
                  </a:lnTo>
                  <a:lnTo>
                    <a:pt x="901" y="3337"/>
                  </a:lnTo>
                  <a:lnTo>
                    <a:pt x="901" y="3337"/>
                  </a:lnTo>
                  <a:lnTo>
                    <a:pt x="1048" y="3410"/>
                  </a:lnTo>
                  <a:lnTo>
                    <a:pt x="1218" y="3484"/>
                  </a:lnTo>
                  <a:lnTo>
                    <a:pt x="1389" y="3532"/>
                  </a:lnTo>
                  <a:lnTo>
                    <a:pt x="1559" y="3557"/>
                  </a:lnTo>
                  <a:lnTo>
                    <a:pt x="1730" y="3581"/>
                  </a:lnTo>
                  <a:lnTo>
                    <a:pt x="1900" y="3581"/>
                  </a:lnTo>
                  <a:lnTo>
                    <a:pt x="2071" y="3557"/>
                  </a:lnTo>
                  <a:lnTo>
                    <a:pt x="2241" y="3508"/>
                  </a:lnTo>
                  <a:lnTo>
                    <a:pt x="2411" y="3459"/>
                  </a:lnTo>
                  <a:lnTo>
                    <a:pt x="2558" y="3410"/>
                  </a:lnTo>
                  <a:lnTo>
                    <a:pt x="2704" y="3313"/>
                  </a:lnTo>
                  <a:lnTo>
                    <a:pt x="2850" y="3216"/>
                  </a:lnTo>
                  <a:lnTo>
                    <a:pt x="2996" y="3118"/>
                  </a:lnTo>
                  <a:lnTo>
                    <a:pt x="3118" y="2996"/>
                  </a:lnTo>
                  <a:lnTo>
                    <a:pt x="3240" y="2850"/>
                  </a:lnTo>
                  <a:lnTo>
                    <a:pt x="3337" y="2704"/>
                  </a:lnTo>
                  <a:lnTo>
                    <a:pt x="3337" y="2704"/>
                  </a:lnTo>
                  <a:lnTo>
                    <a:pt x="3459" y="2412"/>
                  </a:lnTo>
                  <a:lnTo>
                    <a:pt x="3532" y="2144"/>
                  </a:lnTo>
                  <a:lnTo>
                    <a:pt x="3581" y="1852"/>
                  </a:lnTo>
                  <a:lnTo>
                    <a:pt x="3556" y="156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22"/>
            <p:cNvSpPr/>
            <p:nvPr/>
          </p:nvSpPr>
          <p:spPr>
            <a:xfrm>
              <a:off x="5453325" y="5382475"/>
              <a:ext cx="88925" cy="88325"/>
            </a:xfrm>
            <a:custGeom>
              <a:avLst/>
              <a:gdLst/>
              <a:ahLst/>
              <a:cxnLst/>
              <a:rect l="l" t="t" r="r" b="b"/>
              <a:pathLst>
                <a:path w="3557" h="3533" fill="none" extrusionOk="0">
                  <a:moveTo>
                    <a:pt x="1389" y="1"/>
                  </a:moveTo>
                  <a:lnTo>
                    <a:pt x="1389" y="1"/>
                  </a:lnTo>
                  <a:lnTo>
                    <a:pt x="1194" y="50"/>
                  </a:lnTo>
                  <a:lnTo>
                    <a:pt x="999" y="147"/>
                  </a:lnTo>
                  <a:lnTo>
                    <a:pt x="804" y="245"/>
                  </a:lnTo>
                  <a:lnTo>
                    <a:pt x="634" y="366"/>
                  </a:lnTo>
                  <a:lnTo>
                    <a:pt x="634" y="366"/>
                  </a:lnTo>
                  <a:lnTo>
                    <a:pt x="488" y="488"/>
                  </a:lnTo>
                  <a:lnTo>
                    <a:pt x="390" y="634"/>
                  </a:lnTo>
                  <a:lnTo>
                    <a:pt x="268" y="780"/>
                  </a:lnTo>
                  <a:lnTo>
                    <a:pt x="195" y="926"/>
                  </a:lnTo>
                  <a:lnTo>
                    <a:pt x="122" y="1073"/>
                  </a:lnTo>
                  <a:lnTo>
                    <a:pt x="74" y="1243"/>
                  </a:lnTo>
                  <a:lnTo>
                    <a:pt x="25" y="1414"/>
                  </a:lnTo>
                  <a:lnTo>
                    <a:pt x="0" y="1584"/>
                  </a:lnTo>
                  <a:lnTo>
                    <a:pt x="0" y="1755"/>
                  </a:lnTo>
                  <a:lnTo>
                    <a:pt x="0" y="1925"/>
                  </a:lnTo>
                  <a:lnTo>
                    <a:pt x="25" y="2096"/>
                  </a:lnTo>
                  <a:lnTo>
                    <a:pt x="74" y="2266"/>
                  </a:lnTo>
                  <a:lnTo>
                    <a:pt x="122" y="2412"/>
                  </a:lnTo>
                  <a:lnTo>
                    <a:pt x="195" y="2583"/>
                  </a:lnTo>
                  <a:lnTo>
                    <a:pt x="293" y="2729"/>
                  </a:lnTo>
                  <a:lnTo>
                    <a:pt x="415" y="2875"/>
                  </a:lnTo>
                  <a:lnTo>
                    <a:pt x="415" y="2875"/>
                  </a:lnTo>
                  <a:lnTo>
                    <a:pt x="536" y="3021"/>
                  </a:lnTo>
                  <a:lnTo>
                    <a:pt x="658" y="3143"/>
                  </a:lnTo>
                  <a:lnTo>
                    <a:pt x="804" y="3240"/>
                  </a:lnTo>
                  <a:lnTo>
                    <a:pt x="950" y="3313"/>
                  </a:lnTo>
                  <a:lnTo>
                    <a:pt x="1121" y="3386"/>
                  </a:lnTo>
                  <a:lnTo>
                    <a:pt x="1267" y="3459"/>
                  </a:lnTo>
                  <a:lnTo>
                    <a:pt x="1437" y="3484"/>
                  </a:lnTo>
                  <a:lnTo>
                    <a:pt x="1608" y="3508"/>
                  </a:lnTo>
                  <a:lnTo>
                    <a:pt x="1778" y="3532"/>
                  </a:lnTo>
                  <a:lnTo>
                    <a:pt x="1949" y="3508"/>
                  </a:lnTo>
                  <a:lnTo>
                    <a:pt x="2119" y="3484"/>
                  </a:lnTo>
                  <a:lnTo>
                    <a:pt x="2290" y="3435"/>
                  </a:lnTo>
                  <a:lnTo>
                    <a:pt x="2460" y="3386"/>
                  </a:lnTo>
                  <a:lnTo>
                    <a:pt x="2606" y="3313"/>
                  </a:lnTo>
                  <a:lnTo>
                    <a:pt x="2777" y="3216"/>
                  </a:lnTo>
                  <a:lnTo>
                    <a:pt x="2923" y="3118"/>
                  </a:lnTo>
                  <a:lnTo>
                    <a:pt x="2923" y="3118"/>
                  </a:lnTo>
                  <a:lnTo>
                    <a:pt x="3045" y="2997"/>
                  </a:lnTo>
                  <a:lnTo>
                    <a:pt x="3167" y="2851"/>
                  </a:lnTo>
                  <a:lnTo>
                    <a:pt x="3264" y="2704"/>
                  </a:lnTo>
                  <a:lnTo>
                    <a:pt x="3361" y="2558"/>
                  </a:lnTo>
                  <a:lnTo>
                    <a:pt x="3435" y="2412"/>
                  </a:lnTo>
                  <a:lnTo>
                    <a:pt x="3483" y="2242"/>
                  </a:lnTo>
                  <a:lnTo>
                    <a:pt x="3532" y="2071"/>
                  </a:lnTo>
                  <a:lnTo>
                    <a:pt x="3556" y="1901"/>
                  </a:lnTo>
                  <a:lnTo>
                    <a:pt x="3556" y="1730"/>
                  </a:lnTo>
                  <a:lnTo>
                    <a:pt x="3556" y="1560"/>
                  </a:lnTo>
                  <a:lnTo>
                    <a:pt x="3532" y="1389"/>
                  </a:lnTo>
                  <a:lnTo>
                    <a:pt x="3483" y="1219"/>
                  </a:lnTo>
                  <a:lnTo>
                    <a:pt x="3410" y="1048"/>
                  </a:lnTo>
                  <a:lnTo>
                    <a:pt x="3337" y="902"/>
                  </a:lnTo>
                  <a:lnTo>
                    <a:pt x="3264" y="756"/>
                  </a:lnTo>
                  <a:lnTo>
                    <a:pt x="3142" y="610"/>
                  </a:lnTo>
                  <a:lnTo>
                    <a:pt x="3142" y="610"/>
                  </a:lnTo>
                  <a:lnTo>
                    <a:pt x="2972" y="415"/>
                  </a:lnTo>
                  <a:lnTo>
                    <a:pt x="2753" y="245"/>
                  </a:lnTo>
                  <a:lnTo>
                    <a:pt x="2533" y="123"/>
                  </a:lnTo>
                  <a:lnTo>
                    <a:pt x="2314" y="5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2"/>
            <p:cNvSpPr/>
            <p:nvPr/>
          </p:nvSpPr>
          <p:spPr>
            <a:xfrm>
              <a:off x="5682875" y="5188875"/>
              <a:ext cx="88925" cy="89525"/>
            </a:xfrm>
            <a:custGeom>
              <a:avLst/>
              <a:gdLst/>
              <a:ahLst/>
              <a:cxnLst/>
              <a:rect l="l" t="t" r="r" b="b"/>
              <a:pathLst>
                <a:path w="3557" h="3581" fill="none" extrusionOk="0">
                  <a:moveTo>
                    <a:pt x="0" y="2022"/>
                  </a:moveTo>
                  <a:lnTo>
                    <a:pt x="0" y="2022"/>
                  </a:lnTo>
                  <a:lnTo>
                    <a:pt x="25" y="2216"/>
                  </a:lnTo>
                  <a:lnTo>
                    <a:pt x="98" y="2411"/>
                  </a:lnTo>
                  <a:lnTo>
                    <a:pt x="98" y="2411"/>
                  </a:lnTo>
                  <a:lnTo>
                    <a:pt x="171" y="2557"/>
                  </a:lnTo>
                  <a:lnTo>
                    <a:pt x="244" y="2728"/>
                  </a:lnTo>
                  <a:lnTo>
                    <a:pt x="341" y="2874"/>
                  </a:lnTo>
                  <a:lnTo>
                    <a:pt x="463" y="2996"/>
                  </a:lnTo>
                  <a:lnTo>
                    <a:pt x="585" y="3118"/>
                  </a:lnTo>
                  <a:lnTo>
                    <a:pt x="707" y="3239"/>
                  </a:lnTo>
                  <a:lnTo>
                    <a:pt x="853" y="3337"/>
                  </a:lnTo>
                  <a:lnTo>
                    <a:pt x="999" y="3410"/>
                  </a:lnTo>
                  <a:lnTo>
                    <a:pt x="1169" y="3483"/>
                  </a:lnTo>
                  <a:lnTo>
                    <a:pt x="1340" y="3532"/>
                  </a:lnTo>
                  <a:lnTo>
                    <a:pt x="1510" y="3556"/>
                  </a:lnTo>
                  <a:lnTo>
                    <a:pt x="1681" y="3580"/>
                  </a:lnTo>
                  <a:lnTo>
                    <a:pt x="1851" y="3580"/>
                  </a:lnTo>
                  <a:lnTo>
                    <a:pt x="2022" y="3556"/>
                  </a:lnTo>
                  <a:lnTo>
                    <a:pt x="2192" y="3532"/>
                  </a:lnTo>
                  <a:lnTo>
                    <a:pt x="2363" y="3459"/>
                  </a:lnTo>
                  <a:lnTo>
                    <a:pt x="2363" y="3459"/>
                  </a:lnTo>
                  <a:lnTo>
                    <a:pt x="2533" y="3410"/>
                  </a:lnTo>
                  <a:lnTo>
                    <a:pt x="2704" y="3312"/>
                  </a:lnTo>
                  <a:lnTo>
                    <a:pt x="2850" y="3215"/>
                  </a:lnTo>
                  <a:lnTo>
                    <a:pt x="2972" y="3093"/>
                  </a:lnTo>
                  <a:lnTo>
                    <a:pt x="3093" y="2971"/>
                  </a:lnTo>
                  <a:lnTo>
                    <a:pt x="3215" y="2850"/>
                  </a:lnTo>
                  <a:lnTo>
                    <a:pt x="3288" y="2704"/>
                  </a:lnTo>
                  <a:lnTo>
                    <a:pt x="3386" y="2557"/>
                  </a:lnTo>
                  <a:lnTo>
                    <a:pt x="3434" y="2387"/>
                  </a:lnTo>
                  <a:lnTo>
                    <a:pt x="3483" y="2216"/>
                  </a:lnTo>
                  <a:lnTo>
                    <a:pt x="3532" y="2070"/>
                  </a:lnTo>
                  <a:lnTo>
                    <a:pt x="3556" y="1875"/>
                  </a:lnTo>
                  <a:lnTo>
                    <a:pt x="3556" y="1705"/>
                  </a:lnTo>
                  <a:lnTo>
                    <a:pt x="3532" y="1534"/>
                  </a:lnTo>
                  <a:lnTo>
                    <a:pt x="3507" y="1364"/>
                  </a:lnTo>
                  <a:lnTo>
                    <a:pt x="3434" y="1194"/>
                  </a:lnTo>
                  <a:lnTo>
                    <a:pt x="3434" y="1194"/>
                  </a:lnTo>
                  <a:lnTo>
                    <a:pt x="3361" y="1023"/>
                  </a:lnTo>
                  <a:lnTo>
                    <a:pt x="3288" y="853"/>
                  </a:lnTo>
                  <a:lnTo>
                    <a:pt x="3191" y="706"/>
                  </a:lnTo>
                  <a:lnTo>
                    <a:pt x="3069" y="585"/>
                  </a:lnTo>
                  <a:lnTo>
                    <a:pt x="2947" y="463"/>
                  </a:lnTo>
                  <a:lnTo>
                    <a:pt x="2825" y="341"/>
                  </a:lnTo>
                  <a:lnTo>
                    <a:pt x="2679" y="268"/>
                  </a:lnTo>
                  <a:lnTo>
                    <a:pt x="2533" y="171"/>
                  </a:lnTo>
                  <a:lnTo>
                    <a:pt x="2363" y="122"/>
                  </a:lnTo>
                  <a:lnTo>
                    <a:pt x="2192" y="73"/>
                  </a:lnTo>
                  <a:lnTo>
                    <a:pt x="2022" y="24"/>
                  </a:lnTo>
                  <a:lnTo>
                    <a:pt x="1851" y="24"/>
                  </a:lnTo>
                  <a:lnTo>
                    <a:pt x="1681" y="0"/>
                  </a:lnTo>
                  <a:lnTo>
                    <a:pt x="1510" y="24"/>
                  </a:lnTo>
                  <a:lnTo>
                    <a:pt x="1340" y="73"/>
                  </a:lnTo>
                  <a:lnTo>
                    <a:pt x="1169" y="122"/>
                  </a:lnTo>
                  <a:lnTo>
                    <a:pt x="1169" y="122"/>
                  </a:lnTo>
                  <a:lnTo>
                    <a:pt x="974" y="195"/>
                  </a:lnTo>
                  <a:lnTo>
                    <a:pt x="804" y="292"/>
                  </a:lnTo>
                  <a:lnTo>
                    <a:pt x="658" y="390"/>
                  </a:lnTo>
                  <a:lnTo>
                    <a:pt x="512" y="512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0"/>
                  </a:lnTo>
                  <a:lnTo>
                    <a:pt x="122" y="112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2"/>
            <p:cNvSpPr/>
            <p:nvPr/>
          </p:nvSpPr>
          <p:spPr>
            <a:xfrm>
              <a:off x="5411925" y="5110925"/>
              <a:ext cx="188775" cy="189400"/>
            </a:xfrm>
            <a:custGeom>
              <a:avLst/>
              <a:gdLst/>
              <a:ahLst/>
              <a:cxnLst/>
              <a:rect l="l" t="t" r="r" b="b"/>
              <a:pathLst>
                <a:path w="7551" h="7576" fill="none" extrusionOk="0">
                  <a:moveTo>
                    <a:pt x="0" y="3776"/>
                  </a:moveTo>
                  <a:lnTo>
                    <a:pt x="0" y="3776"/>
                  </a:lnTo>
                  <a:lnTo>
                    <a:pt x="25" y="3410"/>
                  </a:lnTo>
                  <a:lnTo>
                    <a:pt x="73" y="3021"/>
                  </a:lnTo>
                  <a:lnTo>
                    <a:pt x="171" y="2655"/>
                  </a:lnTo>
                  <a:lnTo>
                    <a:pt x="293" y="2314"/>
                  </a:lnTo>
                  <a:lnTo>
                    <a:pt x="463" y="1973"/>
                  </a:lnTo>
                  <a:lnTo>
                    <a:pt x="658" y="1681"/>
                  </a:lnTo>
                  <a:lnTo>
                    <a:pt x="877" y="1389"/>
                  </a:lnTo>
                  <a:lnTo>
                    <a:pt x="1121" y="1121"/>
                  </a:lnTo>
                  <a:lnTo>
                    <a:pt x="1389" y="877"/>
                  </a:lnTo>
                  <a:lnTo>
                    <a:pt x="1656" y="658"/>
                  </a:lnTo>
                  <a:lnTo>
                    <a:pt x="1973" y="463"/>
                  </a:lnTo>
                  <a:lnTo>
                    <a:pt x="2314" y="293"/>
                  </a:lnTo>
                  <a:lnTo>
                    <a:pt x="2655" y="171"/>
                  </a:lnTo>
                  <a:lnTo>
                    <a:pt x="3020" y="74"/>
                  </a:lnTo>
                  <a:lnTo>
                    <a:pt x="3386" y="25"/>
                  </a:lnTo>
                  <a:lnTo>
                    <a:pt x="3775" y="1"/>
                  </a:lnTo>
                  <a:lnTo>
                    <a:pt x="3775" y="1"/>
                  </a:lnTo>
                  <a:lnTo>
                    <a:pt x="4165" y="25"/>
                  </a:lnTo>
                  <a:lnTo>
                    <a:pt x="4555" y="74"/>
                  </a:lnTo>
                  <a:lnTo>
                    <a:pt x="4896" y="171"/>
                  </a:lnTo>
                  <a:lnTo>
                    <a:pt x="5261" y="293"/>
                  </a:lnTo>
                  <a:lnTo>
                    <a:pt x="5578" y="463"/>
                  </a:lnTo>
                  <a:lnTo>
                    <a:pt x="5894" y="658"/>
                  </a:lnTo>
                  <a:lnTo>
                    <a:pt x="6186" y="877"/>
                  </a:lnTo>
                  <a:lnTo>
                    <a:pt x="6454" y="1121"/>
                  </a:lnTo>
                  <a:lnTo>
                    <a:pt x="6698" y="1389"/>
                  </a:lnTo>
                  <a:lnTo>
                    <a:pt x="6917" y="1681"/>
                  </a:lnTo>
                  <a:lnTo>
                    <a:pt x="7112" y="1973"/>
                  </a:lnTo>
                  <a:lnTo>
                    <a:pt x="7258" y="2314"/>
                  </a:lnTo>
                  <a:lnTo>
                    <a:pt x="7404" y="2655"/>
                  </a:lnTo>
                  <a:lnTo>
                    <a:pt x="7477" y="3021"/>
                  </a:lnTo>
                  <a:lnTo>
                    <a:pt x="7550" y="3410"/>
                  </a:lnTo>
                  <a:lnTo>
                    <a:pt x="7550" y="3776"/>
                  </a:lnTo>
                  <a:lnTo>
                    <a:pt x="7550" y="3776"/>
                  </a:lnTo>
                  <a:lnTo>
                    <a:pt x="7550" y="4165"/>
                  </a:lnTo>
                  <a:lnTo>
                    <a:pt x="7477" y="4555"/>
                  </a:lnTo>
                  <a:lnTo>
                    <a:pt x="7404" y="4920"/>
                  </a:lnTo>
                  <a:lnTo>
                    <a:pt x="7258" y="5261"/>
                  </a:lnTo>
                  <a:lnTo>
                    <a:pt x="7112" y="5578"/>
                  </a:lnTo>
                  <a:lnTo>
                    <a:pt x="6917" y="5895"/>
                  </a:lnTo>
                  <a:lnTo>
                    <a:pt x="6698" y="6187"/>
                  </a:lnTo>
                  <a:lnTo>
                    <a:pt x="6454" y="6455"/>
                  </a:lnTo>
                  <a:lnTo>
                    <a:pt x="6186" y="6698"/>
                  </a:lnTo>
                  <a:lnTo>
                    <a:pt x="5894" y="6917"/>
                  </a:lnTo>
                  <a:lnTo>
                    <a:pt x="5578" y="7112"/>
                  </a:lnTo>
                  <a:lnTo>
                    <a:pt x="5261" y="7258"/>
                  </a:lnTo>
                  <a:lnTo>
                    <a:pt x="4896" y="7405"/>
                  </a:lnTo>
                  <a:lnTo>
                    <a:pt x="4555" y="7478"/>
                  </a:lnTo>
                  <a:lnTo>
                    <a:pt x="4165" y="7551"/>
                  </a:lnTo>
                  <a:lnTo>
                    <a:pt x="3775" y="7575"/>
                  </a:lnTo>
                  <a:lnTo>
                    <a:pt x="3775" y="7575"/>
                  </a:lnTo>
                  <a:lnTo>
                    <a:pt x="3386" y="7551"/>
                  </a:lnTo>
                  <a:lnTo>
                    <a:pt x="3020" y="7478"/>
                  </a:lnTo>
                  <a:lnTo>
                    <a:pt x="2655" y="7405"/>
                  </a:lnTo>
                  <a:lnTo>
                    <a:pt x="2314" y="7258"/>
                  </a:lnTo>
                  <a:lnTo>
                    <a:pt x="1973" y="7112"/>
                  </a:lnTo>
                  <a:lnTo>
                    <a:pt x="1656" y="6917"/>
                  </a:lnTo>
                  <a:lnTo>
                    <a:pt x="1389" y="6698"/>
                  </a:lnTo>
                  <a:lnTo>
                    <a:pt x="1121" y="6455"/>
                  </a:lnTo>
                  <a:lnTo>
                    <a:pt x="877" y="6187"/>
                  </a:lnTo>
                  <a:lnTo>
                    <a:pt x="658" y="5895"/>
                  </a:lnTo>
                  <a:lnTo>
                    <a:pt x="463" y="5578"/>
                  </a:lnTo>
                  <a:lnTo>
                    <a:pt x="293" y="5261"/>
                  </a:lnTo>
                  <a:lnTo>
                    <a:pt x="171" y="4920"/>
                  </a:lnTo>
                  <a:lnTo>
                    <a:pt x="73" y="4555"/>
                  </a:lnTo>
                  <a:lnTo>
                    <a:pt x="25" y="4165"/>
                  </a:lnTo>
                  <a:lnTo>
                    <a:pt x="0" y="3776"/>
                  </a:lnTo>
                  <a:lnTo>
                    <a:pt x="0" y="3776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22"/>
            <p:cNvSpPr/>
            <p:nvPr/>
          </p:nvSpPr>
          <p:spPr>
            <a:xfrm>
              <a:off x="5367475" y="5025075"/>
              <a:ext cx="81600" cy="105975"/>
            </a:xfrm>
            <a:custGeom>
              <a:avLst/>
              <a:gdLst/>
              <a:ahLst/>
              <a:cxnLst/>
              <a:rect l="l" t="t" r="r" b="b"/>
              <a:pathLst>
                <a:path w="3264" h="4239" fill="none" extrusionOk="0">
                  <a:moveTo>
                    <a:pt x="0" y="1"/>
                  </a:moveTo>
                  <a:lnTo>
                    <a:pt x="3264" y="4238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2"/>
            <p:cNvSpPr/>
            <p:nvPr/>
          </p:nvSpPr>
          <p:spPr>
            <a:xfrm>
              <a:off x="5567800" y="4999500"/>
              <a:ext cx="115100" cy="133975"/>
            </a:xfrm>
            <a:custGeom>
              <a:avLst/>
              <a:gdLst/>
              <a:ahLst/>
              <a:cxnLst/>
              <a:rect l="l" t="t" r="r" b="b"/>
              <a:pathLst>
                <a:path w="4604" h="5359" fill="none" extrusionOk="0">
                  <a:moveTo>
                    <a:pt x="0" y="5359"/>
                  </a:moveTo>
                  <a:lnTo>
                    <a:pt x="4603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2"/>
            <p:cNvSpPr/>
            <p:nvPr/>
          </p:nvSpPr>
          <p:spPr>
            <a:xfrm>
              <a:off x="5600075" y="5217475"/>
              <a:ext cx="127275" cy="16475"/>
            </a:xfrm>
            <a:custGeom>
              <a:avLst/>
              <a:gdLst/>
              <a:ahLst/>
              <a:cxnLst/>
              <a:rect l="l" t="t" r="r" b="b"/>
              <a:pathLst>
                <a:path w="5091" h="659" fill="none" extrusionOk="0">
                  <a:moveTo>
                    <a:pt x="5090" y="658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22"/>
            <p:cNvSpPr/>
            <p:nvPr/>
          </p:nvSpPr>
          <p:spPr>
            <a:xfrm>
              <a:off x="5497775" y="5299675"/>
              <a:ext cx="4900" cy="126675"/>
            </a:xfrm>
            <a:custGeom>
              <a:avLst/>
              <a:gdLst/>
              <a:ahLst/>
              <a:cxnLst/>
              <a:rect l="l" t="t" r="r" b="b"/>
              <a:pathLst>
                <a:path w="196" h="5067" fill="none" extrusionOk="0">
                  <a:moveTo>
                    <a:pt x="0" y="5067"/>
                  </a:moveTo>
                  <a:lnTo>
                    <a:pt x="195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22"/>
            <p:cNvSpPr/>
            <p:nvPr/>
          </p:nvSpPr>
          <p:spPr>
            <a:xfrm>
              <a:off x="5277975" y="5241825"/>
              <a:ext cx="141275" cy="58500"/>
            </a:xfrm>
            <a:custGeom>
              <a:avLst/>
              <a:gdLst/>
              <a:ahLst/>
              <a:cxnLst/>
              <a:rect l="l" t="t" r="r" b="b"/>
              <a:pathLst>
                <a:path w="5651" h="2340" fill="none" extrusionOk="0">
                  <a:moveTo>
                    <a:pt x="0" y="2339"/>
                  </a:moveTo>
                  <a:lnTo>
                    <a:pt x="5651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Elipse 25"/>
          <p:cNvSpPr/>
          <p:nvPr/>
        </p:nvSpPr>
        <p:spPr>
          <a:xfrm>
            <a:off x="545436" y="1714578"/>
            <a:ext cx="744470" cy="2418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8" name="Conector em curva 27"/>
          <p:cNvCxnSpPr>
            <a:stCxn id="30" idx="0"/>
            <a:endCxn id="26" idx="6"/>
          </p:cNvCxnSpPr>
          <p:nvPr/>
        </p:nvCxnSpPr>
        <p:spPr>
          <a:xfrm rot="16200000" flipV="1">
            <a:off x="3502663" y="-377272"/>
            <a:ext cx="249706" cy="4675220"/>
          </a:xfrm>
          <a:prstGeom prst="curved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ixaDeTexto 29"/>
          <p:cNvSpPr txBox="1"/>
          <p:nvPr/>
        </p:nvSpPr>
        <p:spPr>
          <a:xfrm>
            <a:off x="3576826" y="2085191"/>
            <a:ext cx="4776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800" b="1" i="1" dirty="0" smtClean="0"/>
              <a:t>Pasta HTML </a:t>
            </a:r>
            <a:r>
              <a:rPr lang="pt-BR" sz="1800" dirty="0" smtClean="0"/>
              <a:t>(tem a função de “abrigar” todos os </a:t>
            </a:r>
            <a:r>
              <a:rPr lang="pt-BR" sz="1800" dirty="0" err="1" smtClean="0"/>
              <a:t>HTML’s</a:t>
            </a:r>
            <a:r>
              <a:rPr lang="pt-BR" sz="1800" dirty="0" smtClean="0"/>
              <a:t> criados para o site. Esses </a:t>
            </a:r>
            <a:r>
              <a:rPr lang="pt-BR" sz="1800" dirty="0" err="1" smtClean="0"/>
              <a:t>HTML´s</a:t>
            </a:r>
            <a:r>
              <a:rPr lang="pt-BR" sz="1800" dirty="0" smtClean="0"/>
              <a:t> tem a função de criar a “capa” dos filmes, dando acesso aos mesmos. Vale mencionar que cada HTML criado tem </a:t>
            </a:r>
            <a:r>
              <a:rPr lang="pt-BR" sz="1800" dirty="0"/>
              <a:t>a função de “abrigar” todas as funções criadas para o site. Isso </a:t>
            </a:r>
            <a:r>
              <a:rPr lang="pt-BR" sz="1800" dirty="0" smtClean="0"/>
              <a:t>inclui todas as funções do </a:t>
            </a:r>
            <a:r>
              <a:rPr lang="pt-BR" sz="1800" b="1" i="1" dirty="0" smtClean="0"/>
              <a:t>index</a:t>
            </a:r>
            <a:r>
              <a:rPr lang="pt-BR" sz="1800" dirty="0"/>
              <a:t>)</a:t>
            </a:r>
            <a:r>
              <a:rPr lang="pt-BR" sz="1800" dirty="0" smtClean="0"/>
              <a:t>.</a:t>
            </a:r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833930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70" y="1609803"/>
            <a:ext cx="2543175" cy="16097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20" name="Google Shape;320;p22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 smtClean="0"/>
              <a:t>EXPLICAÇÃO DO HTML</a:t>
            </a:r>
            <a:endParaRPr sz="3200" dirty="0"/>
          </a:p>
        </p:txBody>
      </p:sp>
      <p:sp>
        <p:nvSpPr>
          <p:cNvPr id="321" name="Google Shape;321;p22"/>
          <p:cNvSpPr txBox="1">
            <a:spLocks noGrp="1"/>
          </p:cNvSpPr>
          <p:nvPr>
            <p:ph type="sldNum" idx="12"/>
          </p:nvPr>
        </p:nvSpPr>
        <p:spPr>
          <a:xfrm>
            <a:off x="7254088" y="4614296"/>
            <a:ext cx="1889912" cy="37782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grpSp>
        <p:nvGrpSpPr>
          <p:cNvPr id="325" name="Google Shape;325;p22"/>
          <p:cNvGrpSpPr/>
          <p:nvPr/>
        </p:nvGrpSpPr>
        <p:grpSpPr>
          <a:xfrm>
            <a:off x="263101" y="580106"/>
            <a:ext cx="407743" cy="391135"/>
            <a:chOff x="5233525" y="4954450"/>
            <a:chExt cx="538275" cy="516350"/>
          </a:xfrm>
        </p:grpSpPr>
        <p:sp>
          <p:nvSpPr>
            <p:cNvPr id="326" name="Google Shape;326;p22"/>
            <p:cNvSpPr/>
            <p:nvPr/>
          </p:nvSpPr>
          <p:spPr>
            <a:xfrm>
              <a:off x="5637825" y="4954450"/>
              <a:ext cx="89525" cy="89525"/>
            </a:xfrm>
            <a:custGeom>
              <a:avLst/>
              <a:gdLst/>
              <a:ahLst/>
              <a:cxnLst/>
              <a:rect l="l" t="t" r="r" b="b"/>
              <a:pathLst>
                <a:path w="3581" h="3581" fill="none" extrusionOk="0">
                  <a:moveTo>
                    <a:pt x="1023" y="3410"/>
                  </a:moveTo>
                  <a:lnTo>
                    <a:pt x="1023" y="3410"/>
                  </a:lnTo>
                  <a:lnTo>
                    <a:pt x="1193" y="3483"/>
                  </a:lnTo>
                  <a:lnTo>
                    <a:pt x="1388" y="3532"/>
                  </a:lnTo>
                  <a:lnTo>
                    <a:pt x="1583" y="3556"/>
                  </a:lnTo>
                  <a:lnTo>
                    <a:pt x="1778" y="3581"/>
                  </a:lnTo>
                  <a:lnTo>
                    <a:pt x="1778" y="3581"/>
                  </a:lnTo>
                  <a:lnTo>
                    <a:pt x="1973" y="3556"/>
                  </a:lnTo>
                  <a:lnTo>
                    <a:pt x="2143" y="3532"/>
                  </a:lnTo>
                  <a:lnTo>
                    <a:pt x="2314" y="3508"/>
                  </a:lnTo>
                  <a:lnTo>
                    <a:pt x="2484" y="3435"/>
                  </a:lnTo>
                  <a:lnTo>
                    <a:pt x="2630" y="3361"/>
                  </a:lnTo>
                  <a:lnTo>
                    <a:pt x="2776" y="3264"/>
                  </a:lnTo>
                  <a:lnTo>
                    <a:pt x="2923" y="3167"/>
                  </a:lnTo>
                  <a:lnTo>
                    <a:pt x="3044" y="3045"/>
                  </a:lnTo>
                  <a:lnTo>
                    <a:pt x="3166" y="2923"/>
                  </a:lnTo>
                  <a:lnTo>
                    <a:pt x="3264" y="2801"/>
                  </a:lnTo>
                  <a:lnTo>
                    <a:pt x="3361" y="2631"/>
                  </a:lnTo>
                  <a:lnTo>
                    <a:pt x="3434" y="2485"/>
                  </a:lnTo>
                  <a:lnTo>
                    <a:pt x="3483" y="2314"/>
                  </a:lnTo>
                  <a:lnTo>
                    <a:pt x="3531" y="2144"/>
                  </a:lnTo>
                  <a:lnTo>
                    <a:pt x="3556" y="1973"/>
                  </a:lnTo>
                  <a:lnTo>
                    <a:pt x="3580" y="1803"/>
                  </a:lnTo>
                  <a:lnTo>
                    <a:pt x="3580" y="1803"/>
                  </a:lnTo>
                  <a:lnTo>
                    <a:pt x="3556" y="1608"/>
                  </a:lnTo>
                  <a:lnTo>
                    <a:pt x="3531" y="1437"/>
                  </a:lnTo>
                  <a:lnTo>
                    <a:pt x="3483" y="1267"/>
                  </a:lnTo>
                  <a:lnTo>
                    <a:pt x="3434" y="1096"/>
                  </a:lnTo>
                  <a:lnTo>
                    <a:pt x="3361" y="950"/>
                  </a:lnTo>
                  <a:lnTo>
                    <a:pt x="3264" y="804"/>
                  </a:lnTo>
                  <a:lnTo>
                    <a:pt x="3166" y="658"/>
                  </a:lnTo>
                  <a:lnTo>
                    <a:pt x="3044" y="536"/>
                  </a:lnTo>
                  <a:lnTo>
                    <a:pt x="2923" y="414"/>
                  </a:lnTo>
                  <a:lnTo>
                    <a:pt x="2776" y="317"/>
                  </a:lnTo>
                  <a:lnTo>
                    <a:pt x="2630" y="220"/>
                  </a:lnTo>
                  <a:lnTo>
                    <a:pt x="2484" y="147"/>
                  </a:lnTo>
                  <a:lnTo>
                    <a:pt x="2314" y="98"/>
                  </a:lnTo>
                  <a:lnTo>
                    <a:pt x="2143" y="49"/>
                  </a:lnTo>
                  <a:lnTo>
                    <a:pt x="1973" y="25"/>
                  </a:lnTo>
                  <a:lnTo>
                    <a:pt x="1778" y="0"/>
                  </a:lnTo>
                  <a:lnTo>
                    <a:pt x="1778" y="0"/>
                  </a:lnTo>
                  <a:lnTo>
                    <a:pt x="1607" y="25"/>
                  </a:lnTo>
                  <a:lnTo>
                    <a:pt x="1437" y="49"/>
                  </a:lnTo>
                  <a:lnTo>
                    <a:pt x="1266" y="98"/>
                  </a:lnTo>
                  <a:lnTo>
                    <a:pt x="1096" y="147"/>
                  </a:lnTo>
                  <a:lnTo>
                    <a:pt x="925" y="220"/>
                  </a:lnTo>
                  <a:lnTo>
                    <a:pt x="779" y="317"/>
                  </a:lnTo>
                  <a:lnTo>
                    <a:pt x="658" y="414"/>
                  </a:lnTo>
                  <a:lnTo>
                    <a:pt x="536" y="536"/>
                  </a:lnTo>
                  <a:lnTo>
                    <a:pt x="414" y="658"/>
                  </a:lnTo>
                  <a:lnTo>
                    <a:pt x="317" y="804"/>
                  </a:lnTo>
                  <a:lnTo>
                    <a:pt x="219" y="950"/>
                  </a:lnTo>
                  <a:lnTo>
                    <a:pt x="146" y="1096"/>
                  </a:lnTo>
                  <a:lnTo>
                    <a:pt x="73" y="1267"/>
                  </a:lnTo>
                  <a:lnTo>
                    <a:pt x="49" y="1437"/>
                  </a:lnTo>
                  <a:lnTo>
                    <a:pt x="24" y="1608"/>
                  </a:lnTo>
                  <a:lnTo>
                    <a:pt x="0" y="1803"/>
                  </a:lnTo>
                  <a:lnTo>
                    <a:pt x="0" y="1803"/>
                  </a:lnTo>
                  <a:lnTo>
                    <a:pt x="24" y="2071"/>
                  </a:lnTo>
                  <a:lnTo>
                    <a:pt x="97" y="2339"/>
                  </a:lnTo>
                  <a:lnTo>
                    <a:pt x="195" y="2582"/>
                  </a:lnTo>
                  <a:lnTo>
                    <a:pt x="317" y="280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22"/>
            <p:cNvSpPr/>
            <p:nvPr/>
          </p:nvSpPr>
          <p:spPr>
            <a:xfrm>
              <a:off x="5323025" y="4980625"/>
              <a:ext cx="88925" cy="88925"/>
            </a:xfrm>
            <a:custGeom>
              <a:avLst/>
              <a:gdLst/>
              <a:ahLst/>
              <a:cxnLst/>
              <a:rect l="l" t="t" r="r" b="b"/>
              <a:pathLst>
                <a:path w="3557" h="3557" fill="none" extrusionOk="0">
                  <a:moveTo>
                    <a:pt x="3191" y="2850"/>
                  </a:moveTo>
                  <a:lnTo>
                    <a:pt x="3191" y="2850"/>
                  </a:lnTo>
                  <a:lnTo>
                    <a:pt x="3313" y="2680"/>
                  </a:lnTo>
                  <a:lnTo>
                    <a:pt x="3410" y="2509"/>
                  </a:lnTo>
                  <a:lnTo>
                    <a:pt x="3483" y="2314"/>
                  </a:lnTo>
                  <a:lnTo>
                    <a:pt x="3532" y="2095"/>
                  </a:lnTo>
                  <a:lnTo>
                    <a:pt x="3532" y="2095"/>
                  </a:lnTo>
                  <a:lnTo>
                    <a:pt x="3556" y="1925"/>
                  </a:lnTo>
                  <a:lnTo>
                    <a:pt x="3556" y="1730"/>
                  </a:lnTo>
                  <a:lnTo>
                    <a:pt x="3556" y="1559"/>
                  </a:lnTo>
                  <a:lnTo>
                    <a:pt x="3508" y="1389"/>
                  </a:lnTo>
                  <a:lnTo>
                    <a:pt x="3459" y="1218"/>
                  </a:lnTo>
                  <a:lnTo>
                    <a:pt x="3410" y="1072"/>
                  </a:lnTo>
                  <a:lnTo>
                    <a:pt x="3337" y="902"/>
                  </a:lnTo>
                  <a:lnTo>
                    <a:pt x="3240" y="756"/>
                  </a:lnTo>
                  <a:lnTo>
                    <a:pt x="3142" y="634"/>
                  </a:lnTo>
                  <a:lnTo>
                    <a:pt x="3021" y="512"/>
                  </a:lnTo>
                  <a:lnTo>
                    <a:pt x="2899" y="390"/>
                  </a:lnTo>
                  <a:lnTo>
                    <a:pt x="2753" y="293"/>
                  </a:lnTo>
                  <a:lnTo>
                    <a:pt x="2606" y="196"/>
                  </a:lnTo>
                  <a:lnTo>
                    <a:pt x="2436" y="122"/>
                  </a:lnTo>
                  <a:lnTo>
                    <a:pt x="2266" y="74"/>
                  </a:lnTo>
                  <a:lnTo>
                    <a:pt x="2095" y="25"/>
                  </a:lnTo>
                  <a:lnTo>
                    <a:pt x="2095" y="25"/>
                  </a:lnTo>
                  <a:lnTo>
                    <a:pt x="1925" y="1"/>
                  </a:lnTo>
                  <a:lnTo>
                    <a:pt x="1730" y="1"/>
                  </a:lnTo>
                  <a:lnTo>
                    <a:pt x="1559" y="1"/>
                  </a:lnTo>
                  <a:lnTo>
                    <a:pt x="1389" y="25"/>
                  </a:lnTo>
                  <a:lnTo>
                    <a:pt x="1218" y="74"/>
                  </a:lnTo>
                  <a:lnTo>
                    <a:pt x="1072" y="147"/>
                  </a:lnTo>
                  <a:lnTo>
                    <a:pt x="902" y="220"/>
                  </a:lnTo>
                  <a:lnTo>
                    <a:pt x="756" y="317"/>
                  </a:lnTo>
                  <a:lnTo>
                    <a:pt x="634" y="415"/>
                  </a:lnTo>
                  <a:lnTo>
                    <a:pt x="512" y="537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1"/>
                  </a:lnTo>
                  <a:lnTo>
                    <a:pt x="122" y="1097"/>
                  </a:lnTo>
                  <a:lnTo>
                    <a:pt x="74" y="1267"/>
                  </a:lnTo>
                  <a:lnTo>
                    <a:pt x="25" y="1462"/>
                  </a:lnTo>
                  <a:lnTo>
                    <a:pt x="25" y="1462"/>
                  </a:lnTo>
                  <a:lnTo>
                    <a:pt x="1" y="1633"/>
                  </a:lnTo>
                  <a:lnTo>
                    <a:pt x="1" y="1803"/>
                  </a:lnTo>
                  <a:lnTo>
                    <a:pt x="1" y="1998"/>
                  </a:lnTo>
                  <a:lnTo>
                    <a:pt x="25" y="2168"/>
                  </a:lnTo>
                  <a:lnTo>
                    <a:pt x="74" y="2339"/>
                  </a:lnTo>
                  <a:lnTo>
                    <a:pt x="147" y="2485"/>
                  </a:lnTo>
                  <a:lnTo>
                    <a:pt x="220" y="2655"/>
                  </a:lnTo>
                  <a:lnTo>
                    <a:pt x="317" y="2777"/>
                  </a:lnTo>
                  <a:lnTo>
                    <a:pt x="415" y="2923"/>
                  </a:lnTo>
                  <a:lnTo>
                    <a:pt x="536" y="3045"/>
                  </a:lnTo>
                  <a:lnTo>
                    <a:pt x="658" y="3167"/>
                  </a:lnTo>
                  <a:lnTo>
                    <a:pt x="804" y="3264"/>
                  </a:lnTo>
                  <a:lnTo>
                    <a:pt x="950" y="3362"/>
                  </a:lnTo>
                  <a:lnTo>
                    <a:pt x="1096" y="3435"/>
                  </a:lnTo>
                  <a:lnTo>
                    <a:pt x="1267" y="3483"/>
                  </a:lnTo>
                  <a:lnTo>
                    <a:pt x="1462" y="3532"/>
                  </a:lnTo>
                  <a:lnTo>
                    <a:pt x="1462" y="3532"/>
                  </a:lnTo>
                  <a:lnTo>
                    <a:pt x="1705" y="3557"/>
                  </a:lnTo>
                  <a:lnTo>
                    <a:pt x="1973" y="3557"/>
                  </a:lnTo>
                  <a:lnTo>
                    <a:pt x="2217" y="3508"/>
                  </a:lnTo>
                  <a:lnTo>
                    <a:pt x="2460" y="3435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22"/>
            <p:cNvSpPr/>
            <p:nvPr/>
          </p:nvSpPr>
          <p:spPr>
            <a:xfrm>
              <a:off x="5233525" y="5255225"/>
              <a:ext cx="89525" cy="89525"/>
            </a:xfrm>
            <a:custGeom>
              <a:avLst/>
              <a:gdLst/>
              <a:ahLst/>
              <a:cxnLst/>
              <a:rect l="l" t="t" r="r" b="b"/>
              <a:pathLst>
                <a:path w="3581" h="3581" fill="none" extrusionOk="0">
                  <a:moveTo>
                    <a:pt x="3215" y="707"/>
                  </a:moveTo>
                  <a:lnTo>
                    <a:pt x="3215" y="707"/>
                  </a:lnTo>
                  <a:lnTo>
                    <a:pt x="3093" y="585"/>
                  </a:lnTo>
                  <a:lnTo>
                    <a:pt x="2972" y="464"/>
                  </a:lnTo>
                  <a:lnTo>
                    <a:pt x="2850" y="342"/>
                  </a:lnTo>
                  <a:lnTo>
                    <a:pt x="2679" y="244"/>
                  </a:lnTo>
                  <a:lnTo>
                    <a:pt x="2679" y="244"/>
                  </a:lnTo>
                  <a:lnTo>
                    <a:pt x="2533" y="171"/>
                  </a:lnTo>
                  <a:lnTo>
                    <a:pt x="2363" y="98"/>
                  </a:lnTo>
                  <a:lnTo>
                    <a:pt x="2192" y="50"/>
                  </a:lnTo>
                  <a:lnTo>
                    <a:pt x="2022" y="25"/>
                  </a:lnTo>
                  <a:lnTo>
                    <a:pt x="1851" y="1"/>
                  </a:lnTo>
                  <a:lnTo>
                    <a:pt x="1681" y="25"/>
                  </a:lnTo>
                  <a:lnTo>
                    <a:pt x="1510" y="25"/>
                  </a:lnTo>
                  <a:lnTo>
                    <a:pt x="1340" y="74"/>
                  </a:lnTo>
                  <a:lnTo>
                    <a:pt x="1169" y="123"/>
                  </a:lnTo>
                  <a:lnTo>
                    <a:pt x="1023" y="196"/>
                  </a:lnTo>
                  <a:lnTo>
                    <a:pt x="877" y="269"/>
                  </a:lnTo>
                  <a:lnTo>
                    <a:pt x="731" y="366"/>
                  </a:lnTo>
                  <a:lnTo>
                    <a:pt x="585" y="488"/>
                  </a:lnTo>
                  <a:lnTo>
                    <a:pt x="463" y="610"/>
                  </a:lnTo>
                  <a:lnTo>
                    <a:pt x="341" y="731"/>
                  </a:lnTo>
                  <a:lnTo>
                    <a:pt x="244" y="902"/>
                  </a:lnTo>
                  <a:lnTo>
                    <a:pt x="244" y="902"/>
                  </a:lnTo>
                  <a:lnTo>
                    <a:pt x="171" y="1048"/>
                  </a:lnTo>
                  <a:lnTo>
                    <a:pt x="98" y="1219"/>
                  </a:lnTo>
                  <a:lnTo>
                    <a:pt x="49" y="1389"/>
                  </a:lnTo>
                  <a:lnTo>
                    <a:pt x="25" y="1560"/>
                  </a:lnTo>
                  <a:lnTo>
                    <a:pt x="0" y="1730"/>
                  </a:lnTo>
                  <a:lnTo>
                    <a:pt x="0" y="1900"/>
                  </a:lnTo>
                  <a:lnTo>
                    <a:pt x="25" y="2071"/>
                  </a:lnTo>
                  <a:lnTo>
                    <a:pt x="73" y="2241"/>
                  </a:lnTo>
                  <a:lnTo>
                    <a:pt x="122" y="2412"/>
                  </a:lnTo>
                  <a:lnTo>
                    <a:pt x="195" y="2558"/>
                  </a:lnTo>
                  <a:lnTo>
                    <a:pt x="268" y="2729"/>
                  </a:lnTo>
                  <a:lnTo>
                    <a:pt x="366" y="2850"/>
                  </a:lnTo>
                  <a:lnTo>
                    <a:pt x="463" y="2996"/>
                  </a:lnTo>
                  <a:lnTo>
                    <a:pt x="609" y="3118"/>
                  </a:lnTo>
                  <a:lnTo>
                    <a:pt x="731" y="3240"/>
                  </a:lnTo>
                  <a:lnTo>
                    <a:pt x="901" y="3337"/>
                  </a:lnTo>
                  <a:lnTo>
                    <a:pt x="901" y="3337"/>
                  </a:lnTo>
                  <a:lnTo>
                    <a:pt x="1048" y="3410"/>
                  </a:lnTo>
                  <a:lnTo>
                    <a:pt x="1218" y="3484"/>
                  </a:lnTo>
                  <a:lnTo>
                    <a:pt x="1389" y="3532"/>
                  </a:lnTo>
                  <a:lnTo>
                    <a:pt x="1559" y="3557"/>
                  </a:lnTo>
                  <a:lnTo>
                    <a:pt x="1730" y="3581"/>
                  </a:lnTo>
                  <a:lnTo>
                    <a:pt x="1900" y="3581"/>
                  </a:lnTo>
                  <a:lnTo>
                    <a:pt x="2071" y="3557"/>
                  </a:lnTo>
                  <a:lnTo>
                    <a:pt x="2241" y="3508"/>
                  </a:lnTo>
                  <a:lnTo>
                    <a:pt x="2411" y="3459"/>
                  </a:lnTo>
                  <a:lnTo>
                    <a:pt x="2558" y="3410"/>
                  </a:lnTo>
                  <a:lnTo>
                    <a:pt x="2704" y="3313"/>
                  </a:lnTo>
                  <a:lnTo>
                    <a:pt x="2850" y="3216"/>
                  </a:lnTo>
                  <a:lnTo>
                    <a:pt x="2996" y="3118"/>
                  </a:lnTo>
                  <a:lnTo>
                    <a:pt x="3118" y="2996"/>
                  </a:lnTo>
                  <a:lnTo>
                    <a:pt x="3240" y="2850"/>
                  </a:lnTo>
                  <a:lnTo>
                    <a:pt x="3337" y="2704"/>
                  </a:lnTo>
                  <a:lnTo>
                    <a:pt x="3337" y="2704"/>
                  </a:lnTo>
                  <a:lnTo>
                    <a:pt x="3459" y="2412"/>
                  </a:lnTo>
                  <a:lnTo>
                    <a:pt x="3532" y="2144"/>
                  </a:lnTo>
                  <a:lnTo>
                    <a:pt x="3581" y="1852"/>
                  </a:lnTo>
                  <a:lnTo>
                    <a:pt x="3556" y="156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22"/>
            <p:cNvSpPr/>
            <p:nvPr/>
          </p:nvSpPr>
          <p:spPr>
            <a:xfrm>
              <a:off x="5453325" y="5382475"/>
              <a:ext cx="88925" cy="88325"/>
            </a:xfrm>
            <a:custGeom>
              <a:avLst/>
              <a:gdLst/>
              <a:ahLst/>
              <a:cxnLst/>
              <a:rect l="l" t="t" r="r" b="b"/>
              <a:pathLst>
                <a:path w="3557" h="3533" fill="none" extrusionOk="0">
                  <a:moveTo>
                    <a:pt x="1389" y="1"/>
                  </a:moveTo>
                  <a:lnTo>
                    <a:pt x="1389" y="1"/>
                  </a:lnTo>
                  <a:lnTo>
                    <a:pt x="1194" y="50"/>
                  </a:lnTo>
                  <a:lnTo>
                    <a:pt x="999" y="147"/>
                  </a:lnTo>
                  <a:lnTo>
                    <a:pt x="804" y="245"/>
                  </a:lnTo>
                  <a:lnTo>
                    <a:pt x="634" y="366"/>
                  </a:lnTo>
                  <a:lnTo>
                    <a:pt x="634" y="366"/>
                  </a:lnTo>
                  <a:lnTo>
                    <a:pt x="488" y="488"/>
                  </a:lnTo>
                  <a:lnTo>
                    <a:pt x="390" y="634"/>
                  </a:lnTo>
                  <a:lnTo>
                    <a:pt x="268" y="780"/>
                  </a:lnTo>
                  <a:lnTo>
                    <a:pt x="195" y="926"/>
                  </a:lnTo>
                  <a:lnTo>
                    <a:pt x="122" y="1073"/>
                  </a:lnTo>
                  <a:lnTo>
                    <a:pt x="74" y="1243"/>
                  </a:lnTo>
                  <a:lnTo>
                    <a:pt x="25" y="1414"/>
                  </a:lnTo>
                  <a:lnTo>
                    <a:pt x="0" y="1584"/>
                  </a:lnTo>
                  <a:lnTo>
                    <a:pt x="0" y="1755"/>
                  </a:lnTo>
                  <a:lnTo>
                    <a:pt x="0" y="1925"/>
                  </a:lnTo>
                  <a:lnTo>
                    <a:pt x="25" y="2096"/>
                  </a:lnTo>
                  <a:lnTo>
                    <a:pt x="74" y="2266"/>
                  </a:lnTo>
                  <a:lnTo>
                    <a:pt x="122" y="2412"/>
                  </a:lnTo>
                  <a:lnTo>
                    <a:pt x="195" y="2583"/>
                  </a:lnTo>
                  <a:lnTo>
                    <a:pt x="293" y="2729"/>
                  </a:lnTo>
                  <a:lnTo>
                    <a:pt x="415" y="2875"/>
                  </a:lnTo>
                  <a:lnTo>
                    <a:pt x="415" y="2875"/>
                  </a:lnTo>
                  <a:lnTo>
                    <a:pt x="536" y="3021"/>
                  </a:lnTo>
                  <a:lnTo>
                    <a:pt x="658" y="3143"/>
                  </a:lnTo>
                  <a:lnTo>
                    <a:pt x="804" y="3240"/>
                  </a:lnTo>
                  <a:lnTo>
                    <a:pt x="950" y="3313"/>
                  </a:lnTo>
                  <a:lnTo>
                    <a:pt x="1121" y="3386"/>
                  </a:lnTo>
                  <a:lnTo>
                    <a:pt x="1267" y="3459"/>
                  </a:lnTo>
                  <a:lnTo>
                    <a:pt x="1437" y="3484"/>
                  </a:lnTo>
                  <a:lnTo>
                    <a:pt x="1608" y="3508"/>
                  </a:lnTo>
                  <a:lnTo>
                    <a:pt x="1778" y="3532"/>
                  </a:lnTo>
                  <a:lnTo>
                    <a:pt x="1949" y="3508"/>
                  </a:lnTo>
                  <a:lnTo>
                    <a:pt x="2119" y="3484"/>
                  </a:lnTo>
                  <a:lnTo>
                    <a:pt x="2290" y="3435"/>
                  </a:lnTo>
                  <a:lnTo>
                    <a:pt x="2460" y="3386"/>
                  </a:lnTo>
                  <a:lnTo>
                    <a:pt x="2606" y="3313"/>
                  </a:lnTo>
                  <a:lnTo>
                    <a:pt x="2777" y="3216"/>
                  </a:lnTo>
                  <a:lnTo>
                    <a:pt x="2923" y="3118"/>
                  </a:lnTo>
                  <a:lnTo>
                    <a:pt x="2923" y="3118"/>
                  </a:lnTo>
                  <a:lnTo>
                    <a:pt x="3045" y="2997"/>
                  </a:lnTo>
                  <a:lnTo>
                    <a:pt x="3167" y="2851"/>
                  </a:lnTo>
                  <a:lnTo>
                    <a:pt x="3264" y="2704"/>
                  </a:lnTo>
                  <a:lnTo>
                    <a:pt x="3361" y="2558"/>
                  </a:lnTo>
                  <a:lnTo>
                    <a:pt x="3435" y="2412"/>
                  </a:lnTo>
                  <a:lnTo>
                    <a:pt x="3483" y="2242"/>
                  </a:lnTo>
                  <a:lnTo>
                    <a:pt x="3532" y="2071"/>
                  </a:lnTo>
                  <a:lnTo>
                    <a:pt x="3556" y="1901"/>
                  </a:lnTo>
                  <a:lnTo>
                    <a:pt x="3556" y="1730"/>
                  </a:lnTo>
                  <a:lnTo>
                    <a:pt x="3556" y="1560"/>
                  </a:lnTo>
                  <a:lnTo>
                    <a:pt x="3532" y="1389"/>
                  </a:lnTo>
                  <a:lnTo>
                    <a:pt x="3483" y="1219"/>
                  </a:lnTo>
                  <a:lnTo>
                    <a:pt x="3410" y="1048"/>
                  </a:lnTo>
                  <a:lnTo>
                    <a:pt x="3337" y="902"/>
                  </a:lnTo>
                  <a:lnTo>
                    <a:pt x="3264" y="756"/>
                  </a:lnTo>
                  <a:lnTo>
                    <a:pt x="3142" y="610"/>
                  </a:lnTo>
                  <a:lnTo>
                    <a:pt x="3142" y="610"/>
                  </a:lnTo>
                  <a:lnTo>
                    <a:pt x="2972" y="415"/>
                  </a:lnTo>
                  <a:lnTo>
                    <a:pt x="2753" y="245"/>
                  </a:lnTo>
                  <a:lnTo>
                    <a:pt x="2533" y="123"/>
                  </a:lnTo>
                  <a:lnTo>
                    <a:pt x="2314" y="5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2"/>
            <p:cNvSpPr/>
            <p:nvPr/>
          </p:nvSpPr>
          <p:spPr>
            <a:xfrm>
              <a:off x="5682875" y="5188875"/>
              <a:ext cx="88925" cy="89525"/>
            </a:xfrm>
            <a:custGeom>
              <a:avLst/>
              <a:gdLst/>
              <a:ahLst/>
              <a:cxnLst/>
              <a:rect l="l" t="t" r="r" b="b"/>
              <a:pathLst>
                <a:path w="3557" h="3581" fill="none" extrusionOk="0">
                  <a:moveTo>
                    <a:pt x="0" y="2022"/>
                  </a:moveTo>
                  <a:lnTo>
                    <a:pt x="0" y="2022"/>
                  </a:lnTo>
                  <a:lnTo>
                    <a:pt x="25" y="2216"/>
                  </a:lnTo>
                  <a:lnTo>
                    <a:pt x="98" y="2411"/>
                  </a:lnTo>
                  <a:lnTo>
                    <a:pt x="98" y="2411"/>
                  </a:lnTo>
                  <a:lnTo>
                    <a:pt x="171" y="2557"/>
                  </a:lnTo>
                  <a:lnTo>
                    <a:pt x="244" y="2728"/>
                  </a:lnTo>
                  <a:lnTo>
                    <a:pt x="341" y="2874"/>
                  </a:lnTo>
                  <a:lnTo>
                    <a:pt x="463" y="2996"/>
                  </a:lnTo>
                  <a:lnTo>
                    <a:pt x="585" y="3118"/>
                  </a:lnTo>
                  <a:lnTo>
                    <a:pt x="707" y="3239"/>
                  </a:lnTo>
                  <a:lnTo>
                    <a:pt x="853" y="3337"/>
                  </a:lnTo>
                  <a:lnTo>
                    <a:pt x="999" y="3410"/>
                  </a:lnTo>
                  <a:lnTo>
                    <a:pt x="1169" y="3483"/>
                  </a:lnTo>
                  <a:lnTo>
                    <a:pt x="1340" y="3532"/>
                  </a:lnTo>
                  <a:lnTo>
                    <a:pt x="1510" y="3556"/>
                  </a:lnTo>
                  <a:lnTo>
                    <a:pt x="1681" y="3580"/>
                  </a:lnTo>
                  <a:lnTo>
                    <a:pt x="1851" y="3580"/>
                  </a:lnTo>
                  <a:lnTo>
                    <a:pt x="2022" y="3556"/>
                  </a:lnTo>
                  <a:lnTo>
                    <a:pt x="2192" y="3532"/>
                  </a:lnTo>
                  <a:lnTo>
                    <a:pt x="2363" y="3459"/>
                  </a:lnTo>
                  <a:lnTo>
                    <a:pt x="2363" y="3459"/>
                  </a:lnTo>
                  <a:lnTo>
                    <a:pt x="2533" y="3410"/>
                  </a:lnTo>
                  <a:lnTo>
                    <a:pt x="2704" y="3312"/>
                  </a:lnTo>
                  <a:lnTo>
                    <a:pt x="2850" y="3215"/>
                  </a:lnTo>
                  <a:lnTo>
                    <a:pt x="2972" y="3093"/>
                  </a:lnTo>
                  <a:lnTo>
                    <a:pt x="3093" y="2971"/>
                  </a:lnTo>
                  <a:lnTo>
                    <a:pt x="3215" y="2850"/>
                  </a:lnTo>
                  <a:lnTo>
                    <a:pt x="3288" y="2704"/>
                  </a:lnTo>
                  <a:lnTo>
                    <a:pt x="3386" y="2557"/>
                  </a:lnTo>
                  <a:lnTo>
                    <a:pt x="3434" y="2387"/>
                  </a:lnTo>
                  <a:lnTo>
                    <a:pt x="3483" y="2216"/>
                  </a:lnTo>
                  <a:lnTo>
                    <a:pt x="3532" y="2070"/>
                  </a:lnTo>
                  <a:lnTo>
                    <a:pt x="3556" y="1875"/>
                  </a:lnTo>
                  <a:lnTo>
                    <a:pt x="3556" y="1705"/>
                  </a:lnTo>
                  <a:lnTo>
                    <a:pt x="3532" y="1534"/>
                  </a:lnTo>
                  <a:lnTo>
                    <a:pt x="3507" y="1364"/>
                  </a:lnTo>
                  <a:lnTo>
                    <a:pt x="3434" y="1194"/>
                  </a:lnTo>
                  <a:lnTo>
                    <a:pt x="3434" y="1194"/>
                  </a:lnTo>
                  <a:lnTo>
                    <a:pt x="3361" y="1023"/>
                  </a:lnTo>
                  <a:lnTo>
                    <a:pt x="3288" y="853"/>
                  </a:lnTo>
                  <a:lnTo>
                    <a:pt x="3191" y="706"/>
                  </a:lnTo>
                  <a:lnTo>
                    <a:pt x="3069" y="585"/>
                  </a:lnTo>
                  <a:lnTo>
                    <a:pt x="2947" y="463"/>
                  </a:lnTo>
                  <a:lnTo>
                    <a:pt x="2825" y="341"/>
                  </a:lnTo>
                  <a:lnTo>
                    <a:pt x="2679" y="268"/>
                  </a:lnTo>
                  <a:lnTo>
                    <a:pt x="2533" y="171"/>
                  </a:lnTo>
                  <a:lnTo>
                    <a:pt x="2363" y="122"/>
                  </a:lnTo>
                  <a:lnTo>
                    <a:pt x="2192" y="73"/>
                  </a:lnTo>
                  <a:lnTo>
                    <a:pt x="2022" y="24"/>
                  </a:lnTo>
                  <a:lnTo>
                    <a:pt x="1851" y="24"/>
                  </a:lnTo>
                  <a:lnTo>
                    <a:pt x="1681" y="0"/>
                  </a:lnTo>
                  <a:lnTo>
                    <a:pt x="1510" y="24"/>
                  </a:lnTo>
                  <a:lnTo>
                    <a:pt x="1340" y="73"/>
                  </a:lnTo>
                  <a:lnTo>
                    <a:pt x="1169" y="122"/>
                  </a:lnTo>
                  <a:lnTo>
                    <a:pt x="1169" y="122"/>
                  </a:lnTo>
                  <a:lnTo>
                    <a:pt x="974" y="195"/>
                  </a:lnTo>
                  <a:lnTo>
                    <a:pt x="804" y="292"/>
                  </a:lnTo>
                  <a:lnTo>
                    <a:pt x="658" y="390"/>
                  </a:lnTo>
                  <a:lnTo>
                    <a:pt x="512" y="512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0"/>
                  </a:lnTo>
                  <a:lnTo>
                    <a:pt x="122" y="112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2"/>
            <p:cNvSpPr/>
            <p:nvPr/>
          </p:nvSpPr>
          <p:spPr>
            <a:xfrm>
              <a:off x="5411925" y="5110925"/>
              <a:ext cx="188775" cy="189400"/>
            </a:xfrm>
            <a:custGeom>
              <a:avLst/>
              <a:gdLst/>
              <a:ahLst/>
              <a:cxnLst/>
              <a:rect l="l" t="t" r="r" b="b"/>
              <a:pathLst>
                <a:path w="7551" h="7576" fill="none" extrusionOk="0">
                  <a:moveTo>
                    <a:pt x="0" y="3776"/>
                  </a:moveTo>
                  <a:lnTo>
                    <a:pt x="0" y="3776"/>
                  </a:lnTo>
                  <a:lnTo>
                    <a:pt x="25" y="3410"/>
                  </a:lnTo>
                  <a:lnTo>
                    <a:pt x="73" y="3021"/>
                  </a:lnTo>
                  <a:lnTo>
                    <a:pt x="171" y="2655"/>
                  </a:lnTo>
                  <a:lnTo>
                    <a:pt x="293" y="2314"/>
                  </a:lnTo>
                  <a:lnTo>
                    <a:pt x="463" y="1973"/>
                  </a:lnTo>
                  <a:lnTo>
                    <a:pt x="658" y="1681"/>
                  </a:lnTo>
                  <a:lnTo>
                    <a:pt x="877" y="1389"/>
                  </a:lnTo>
                  <a:lnTo>
                    <a:pt x="1121" y="1121"/>
                  </a:lnTo>
                  <a:lnTo>
                    <a:pt x="1389" y="877"/>
                  </a:lnTo>
                  <a:lnTo>
                    <a:pt x="1656" y="658"/>
                  </a:lnTo>
                  <a:lnTo>
                    <a:pt x="1973" y="463"/>
                  </a:lnTo>
                  <a:lnTo>
                    <a:pt x="2314" y="293"/>
                  </a:lnTo>
                  <a:lnTo>
                    <a:pt x="2655" y="171"/>
                  </a:lnTo>
                  <a:lnTo>
                    <a:pt x="3020" y="74"/>
                  </a:lnTo>
                  <a:lnTo>
                    <a:pt x="3386" y="25"/>
                  </a:lnTo>
                  <a:lnTo>
                    <a:pt x="3775" y="1"/>
                  </a:lnTo>
                  <a:lnTo>
                    <a:pt x="3775" y="1"/>
                  </a:lnTo>
                  <a:lnTo>
                    <a:pt x="4165" y="25"/>
                  </a:lnTo>
                  <a:lnTo>
                    <a:pt x="4555" y="74"/>
                  </a:lnTo>
                  <a:lnTo>
                    <a:pt x="4896" y="171"/>
                  </a:lnTo>
                  <a:lnTo>
                    <a:pt x="5261" y="293"/>
                  </a:lnTo>
                  <a:lnTo>
                    <a:pt x="5578" y="463"/>
                  </a:lnTo>
                  <a:lnTo>
                    <a:pt x="5894" y="658"/>
                  </a:lnTo>
                  <a:lnTo>
                    <a:pt x="6186" y="877"/>
                  </a:lnTo>
                  <a:lnTo>
                    <a:pt x="6454" y="1121"/>
                  </a:lnTo>
                  <a:lnTo>
                    <a:pt x="6698" y="1389"/>
                  </a:lnTo>
                  <a:lnTo>
                    <a:pt x="6917" y="1681"/>
                  </a:lnTo>
                  <a:lnTo>
                    <a:pt x="7112" y="1973"/>
                  </a:lnTo>
                  <a:lnTo>
                    <a:pt x="7258" y="2314"/>
                  </a:lnTo>
                  <a:lnTo>
                    <a:pt x="7404" y="2655"/>
                  </a:lnTo>
                  <a:lnTo>
                    <a:pt x="7477" y="3021"/>
                  </a:lnTo>
                  <a:lnTo>
                    <a:pt x="7550" y="3410"/>
                  </a:lnTo>
                  <a:lnTo>
                    <a:pt x="7550" y="3776"/>
                  </a:lnTo>
                  <a:lnTo>
                    <a:pt x="7550" y="3776"/>
                  </a:lnTo>
                  <a:lnTo>
                    <a:pt x="7550" y="4165"/>
                  </a:lnTo>
                  <a:lnTo>
                    <a:pt x="7477" y="4555"/>
                  </a:lnTo>
                  <a:lnTo>
                    <a:pt x="7404" y="4920"/>
                  </a:lnTo>
                  <a:lnTo>
                    <a:pt x="7258" y="5261"/>
                  </a:lnTo>
                  <a:lnTo>
                    <a:pt x="7112" y="5578"/>
                  </a:lnTo>
                  <a:lnTo>
                    <a:pt x="6917" y="5895"/>
                  </a:lnTo>
                  <a:lnTo>
                    <a:pt x="6698" y="6187"/>
                  </a:lnTo>
                  <a:lnTo>
                    <a:pt x="6454" y="6455"/>
                  </a:lnTo>
                  <a:lnTo>
                    <a:pt x="6186" y="6698"/>
                  </a:lnTo>
                  <a:lnTo>
                    <a:pt x="5894" y="6917"/>
                  </a:lnTo>
                  <a:lnTo>
                    <a:pt x="5578" y="7112"/>
                  </a:lnTo>
                  <a:lnTo>
                    <a:pt x="5261" y="7258"/>
                  </a:lnTo>
                  <a:lnTo>
                    <a:pt x="4896" y="7405"/>
                  </a:lnTo>
                  <a:lnTo>
                    <a:pt x="4555" y="7478"/>
                  </a:lnTo>
                  <a:lnTo>
                    <a:pt x="4165" y="7551"/>
                  </a:lnTo>
                  <a:lnTo>
                    <a:pt x="3775" y="7575"/>
                  </a:lnTo>
                  <a:lnTo>
                    <a:pt x="3775" y="7575"/>
                  </a:lnTo>
                  <a:lnTo>
                    <a:pt x="3386" y="7551"/>
                  </a:lnTo>
                  <a:lnTo>
                    <a:pt x="3020" y="7478"/>
                  </a:lnTo>
                  <a:lnTo>
                    <a:pt x="2655" y="7405"/>
                  </a:lnTo>
                  <a:lnTo>
                    <a:pt x="2314" y="7258"/>
                  </a:lnTo>
                  <a:lnTo>
                    <a:pt x="1973" y="7112"/>
                  </a:lnTo>
                  <a:lnTo>
                    <a:pt x="1656" y="6917"/>
                  </a:lnTo>
                  <a:lnTo>
                    <a:pt x="1389" y="6698"/>
                  </a:lnTo>
                  <a:lnTo>
                    <a:pt x="1121" y="6455"/>
                  </a:lnTo>
                  <a:lnTo>
                    <a:pt x="877" y="6187"/>
                  </a:lnTo>
                  <a:lnTo>
                    <a:pt x="658" y="5895"/>
                  </a:lnTo>
                  <a:lnTo>
                    <a:pt x="463" y="5578"/>
                  </a:lnTo>
                  <a:lnTo>
                    <a:pt x="293" y="5261"/>
                  </a:lnTo>
                  <a:lnTo>
                    <a:pt x="171" y="4920"/>
                  </a:lnTo>
                  <a:lnTo>
                    <a:pt x="73" y="4555"/>
                  </a:lnTo>
                  <a:lnTo>
                    <a:pt x="25" y="4165"/>
                  </a:lnTo>
                  <a:lnTo>
                    <a:pt x="0" y="3776"/>
                  </a:lnTo>
                  <a:lnTo>
                    <a:pt x="0" y="3776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22"/>
            <p:cNvSpPr/>
            <p:nvPr/>
          </p:nvSpPr>
          <p:spPr>
            <a:xfrm>
              <a:off x="5367475" y="5025075"/>
              <a:ext cx="81600" cy="105975"/>
            </a:xfrm>
            <a:custGeom>
              <a:avLst/>
              <a:gdLst/>
              <a:ahLst/>
              <a:cxnLst/>
              <a:rect l="l" t="t" r="r" b="b"/>
              <a:pathLst>
                <a:path w="3264" h="4239" fill="none" extrusionOk="0">
                  <a:moveTo>
                    <a:pt x="0" y="1"/>
                  </a:moveTo>
                  <a:lnTo>
                    <a:pt x="3264" y="4238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2"/>
            <p:cNvSpPr/>
            <p:nvPr/>
          </p:nvSpPr>
          <p:spPr>
            <a:xfrm>
              <a:off x="5567800" y="4999500"/>
              <a:ext cx="115100" cy="133975"/>
            </a:xfrm>
            <a:custGeom>
              <a:avLst/>
              <a:gdLst/>
              <a:ahLst/>
              <a:cxnLst/>
              <a:rect l="l" t="t" r="r" b="b"/>
              <a:pathLst>
                <a:path w="4604" h="5359" fill="none" extrusionOk="0">
                  <a:moveTo>
                    <a:pt x="0" y="5359"/>
                  </a:moveTo>
                  <a:lnTo>
                    <a:pt x="4603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2"/>
            <p:cNvSpPr/>
            <p:nvPr/>
          </p:nvSpPr>
          <p:spPr>
            <a:xfrm>
              <a:off x="5600075" y="5217475"/>
              <a:ext cx="127275" cy="16475"/>
            </a:xfrm>
            <a:custGeom>
              <a:avLst/>
              <a:gdLst/>
              <a:ahLst/>
              <a:cxnLst/>
              <a:rect l="l" t="t" r="r" b="b"/>
              <a:pathLst>
                <a:path w="5091" h="659" fill="none" extrusionOk="0">
                  <a:moveTo>
                    <a:pt x="5090" y="658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22"/>
            <p:cNvSpPr/>
            <p:nvPr/>
          </p:nvSpPr>
          <p:spPr>
            <a:xfrm>
              <a:off x="5497775" y="5299675"/>
              <a:ext cx="4900" cy="126675"/>
            </a:xfrm>
            <a:custGeom>
              <a:avLst/>
              <a:gdLst/>
              <a:ahLst/>
              <a:cxnLst/>
              <a:rect l="l" t="t" r="r" b="b"/>
              <a:pathLst>
                <a:path w="196" h="5067" fill="none" extrusionOk="0">
                  <a:moveTo>
                    <a:pt x="0" y="5067"/>
                  </a:moveTo>
                  <a:lnTo>
                    <a:pt x="195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22"/>
            <p:cNvSpPr/>
            <p:nvPr/>
          </p:nvSpPr>
          <p:spPr>
            <a:xfrm>
              <a:off x="5277975" y="5241825"/>
              <a:ext cx="141275" cy="58500"/>
            </a:xfrm>
            <a:custGeom>
              <a:avLst/>
              <a:gdLst/>
              <a:ahLst/>
              <a:cxnLst/>
              <a:rect l="l" t="t" r="r" b="b"/>
              <a:pathLst>
                <a:path w="5651" h="2340" fill="none" extrusionOk="0">
                  <a:moveTo>
                    <a:pt x="0" y="2339"/>
                  </a:moveTo>
                  <a:lnTo>
                    <a:pt x="5651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Elipse 25"/>
          <p:cNvSpPr/>
          <p:nvPr/>
        </p:nvSpPr>
        <p:spPr>
          <a:xfrm>
            <a:off x="637163" y="2977714"/>
            <a:ext cx="744470" cy="2418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8" name="Conector em curva 27"/>
          <p:cNvCxnSpPr>
            <a:stCxn id="30" idx="1"/>
            <a:endCxn id="26" idx="6"/>
          </p:cNvCxnSpPr>
          <p:nvPr/>
        </p:nvCxnSpPr>
        <p:spPr>
          <a:xfrm rot="10800000" flipH="1">
            <a:off x="603265" y="3098622"/>
            <a:ext cx="778368" cy="1156711"/>
          </a:xfrm>
          <a:prstGeom prst="curvedConnector5">
            <a:avLst>
              <a:gd name="adj1" fmla="val -29369"/>
              <a:gd name="adj2" fmla="val 70051"/>
              <a:gd name="adj3" fmla="val 129369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ixaDeTexto 29"/>
          <p:cNvSpPr txBox="1"/>
          <p:nvPr/>
        </p:nvSpPr>
        <p:spPr>
          <a:xfrm>
            <a:off x="603265" y="3670556"/>
            <a:ext cx="506411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i="1" dirty="0" smtClean="0"/>
              <a:t>index </a:t>
            </a:r>
            <a:r>
              <a:rPr lang="pt-BR" dirty="0" smtClean="0"/>
              <a:t>(tem a função de “abrigar” todas </a:t>
            </a:r>
            <a:r>
              <a:rPr lang="pt-BR" dirty="0"/>
              <a:t>a</a:t>
            </a:r>
            <a:r>
              <a:rPr lang="pt-BR" dirty="0" smtClean="0"/>
              <a:t>s funções criadas para o site. Isso inclui as funções de </a:t>
            </a:r>
            <a:r>
              <a:rPr lang="pt-BR" dirty="0" err="1" smtClean="0"/>
              <a:t>Login</a:t>
            </a:r>
            <a:r>
              <a:rPr lang="pt-BR" dirty="0" smtClean="0"/>
              <a:t> de Usuário, Função de Assinatura, Função de Detalhes dos Filmes, Função de Avaliação de Filmes, Função de ver um Trailer do filme, dentre outras funções).</a:t>
            </a:r>
            <a:endParaRPr lang="pt-BR" dirty="0"/>
          </a:p>
        </p:txBody>
      </p:sp>
      <p:sp>
        <p:nvSpPr>
          <p:cNvPr id="31" name="Elipse 30"/>
          <p:cNvSpPr/>
          <p:nvPr/>
        </p:nvSpPr>
        <p:spPr>
          <a:xfrm>
            <a:off x="670844" y="1547772"/>
            <a:ext cx="744470" cy="2418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2" name="Conector em curva 31"/>
          <p:cNvCxnSpPr>
            <a:stCxn id="37" idx="0"/>
            <a:endCxn id="31" idx="6"/>
          </p:cNvCxnSpPr>
          <p:nvPr/>
        </p:nvCxnSpPr>
        <p:spPr>
          <a:xfrm rot="16200000" flipV="1">
            <a:off x="3369561" y="-285568"/>
            <a:ext cx="497562" cy="4406056"/>
          </a:xfrm>
          <a:prstGeom prst="curved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aixaDeTexto 36"/>
          <p:cNvSpPr txBox="1"/>
          <p:nvPr/>
        </p:nvSpPr>
        <p:spPr>
          <a:xfrm>
            <a:off x="3289315" y="2166241"/>
            <a:ext cx="506411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i="1" dirty="0" smtClean="0"/>
              <a:t>imagem </a:t>
            </a:r>
            <a:r>
              <a:rPr lang="pt-BR" dirty="0" smtClean="0"/>
              <a:t>(tem a função de “ser” o rosto de todos os filmes que forem estar presentes no código, seja em formato de banner, pôster, capa, dentre outras).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59577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36"/>
          <p:cNvSpPr txBox="1">
            <a:spLocks noGrp="1"/>
          </p:cNvSpPr>
          <p:nvPr>
            <p:ph type="ctrTitle"/>
          </p:nvPr>
        </p:nvSpPr>
        <p:spPr>
          <a:xfrm>
            <a:off x="463524" y="2871148"/>
            <a:ext cx="4365329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ROADMAP E FINALIZAÇÃO</a:t>
            </a:r>
            <a:endParaRPr dirty="0"/>
          </a:p>
        </p:txBody>
      </p:sp>
      <p:sp>
        <p:nvSpPr>
          <p:cNvPr id="557" name="Google Shape;557;p36"/>
          <p:cNvSpPr txBox="1">
            <a:spLocks noGrp="1"/>
          </p:cNvSpPr>
          <p:nvPr>
            <p:ph type="subTitle" idx="1"/>
          </p:nvPr>
        </p:nvSpPr>
        <p:spPr>
          <a:xfrm>
            <a:off x="463525" y="3975449"/>
            <a:ext cx="4094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 dirty="0" smtClean="0"/>
              <a:t>Roadmap do Projeto</a:t>
            </a:r>
            <a:endParaRPr dirty="0"/>
          </a:p>
        </p:txBody>
      </p:sp>
      <p:sp>
        <p:nvSpPr>
          <p:cNvPr id="558" name="Google Shape;558;p36"/>
          <p:cNvSpPr txBox="1"/>
          <p:nvPr/>
        </p:nvSpPr>
        <p:spPr>
          <a:xfrm>
            <a:off x="463525" y="0"/>
            <a:ext cx="2181600" cy="31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 b="1" dirty="0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3</a:t>
            </a:r>
            <a:endParaRPr sz="3000" b="1" dirty="0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" name="Espaço Reservado para Número de Slide 1"/>
          <p:cNvSpPr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 smtClean="0"/>
              <a:t>15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36642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38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ROADMAP</a:t>
            </a:r>
            <a:endParaRPr sz="3200" dirty="0"/>
          </a:p>
        </p:txBody>
      </p:sp>
      <p:sp>
        <p:nvSpPr>
          <p:cNvPr id="608" name="Google Shape;608;p38"/>
          <p:cNvSpPr txBox="1">
            <a:spLocks noGrp="1"/>
          </p:cNvSpPr>
          <p:nvPr>
            <p:ph type="sldNum" idx="12"/>
          </p:nvPr>
        </p:nvSpPr>
        <p:spPr>
          <a:xfrm>
            <a:off x="7656600" y="4644904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 dirty="0"/>
          </a:p>
        </p:txBody>
      </p:sp>
      <p:sp>
        <p:nvSpPr>
          <p:cNvPr id="609" name="Google Shape;609;p38"/>
          <p:cNvSpPr/>
          <p:nvPr/>
        </p:nvSpPr>
        <p:spPr>
          <a:xfrm>
            <a:off x="0" y="2517383"/>
            <a:ext cx="9144000" cy="1011043"/>
          </a:xfrm>
          <a:custGeom>
            <a:avLst/>
            <a:gdLst/>
            <a:ahLst/>
            <a:cxnLst/>
            <a:rect l="l" t="t" r="r" b="b"/>
            <a:pathLst>
              <a:path w="12192000" h="1348058" extrusionOk="0">
                <a:moveTo>
                  <a:pt x="12192000" y="0"/>
                </a:moveTo>
                <a:lnTo>
                  <a:pt x="10837333" y="0"/>
                </a:lnTo>
                <a:cubicBezTo>
                  <a:pt x="10463295" y="0"/>
                  <a:pt x="10160000" y="301773"/>
                  <a:pt x="10160000" y="674029"/>
                </a:cubicBezTo>
                <a:lnTo>
                  <a:pt x="10160000" y="674029"/>
                </a:lnTo>
                <a:cubicBezTo>
                  <a:pt x="10160000" y="1046281"/>
                  <a:pt x="9856705" y="1348059"/>
                  <a:pt x="9482667" y="1348059"/>
                </a:cubicBezTo>
                <a:lnTo>
                  <a:pt x="9482667" y="1348059"/>
                </a:lnTo>
                <a:cubicBezTo>
                  <a:pt x="9108581" y="1348059"/>
                  <a:pt x="8805333" y="1046281"/>
                  <a:pt x="8805333" y="674029"/>
                </a:cubicBezTo>
                <a:lnTo>
                  <a:pt x="8805333" y="674029"/>
                </a:lnTo>
                <a:cubicBezTo>
                  <a:pt x="8805333" y="301773"/>
                  <a:pt x="8502086" y="0"/>
                  <a:pt x="8128000" y="0"/>
                </a:cubicBezTo>
                <a:lnTo>
                  <a:pt x="8128000" y="0"/>
                </a:lnTo>
                <a:cubicBezTo>
                  <a:pt x="7753915" y="0"/>
                  <a:pt x="7450667" y="301773"/>
                  <a:pt x="7450667" y="674029"/>
                </a:cubicBezTo>
                <a:lnTo>
                  <a:pt x="7450667" y="674029"/>
                </a:lnTo>
                <a:cubicBezTo>
                  <a:pt x="7450667" y="1046281"/>
                  <a:pt x="7147419" y="1348059"/>
                  <a:pt x="6773334" y="1348059"/>
                </a:cubicBezTo>
                <a:lnTo>
                  <a:pt x="6773334" y="1348059"/>
                </a:lnTo>
                <a:cubicBezTo>
                  <a:pt x="6399248" y="1348059"/>
                  <a:pt x="6096000" y="1046281"/>
                  <a:pt x="6096000" y="674029"/>
                </a:cubicBezTo>
                <a:lnTo>
                  <a:pt x="6096000" y="674029"/>
                </a:lnTo>
                <a:cubicBezTo>
                  <a:pt x="6096000" y="301773"/>
                  <a:pt x="5792753" y="0"/>
                  <a:pt x="5418667" y="0"/>
                </a:cubicBezTo>
                <a:lnTo>
                  <a:pt x="5418667" y="0"/>
                </a:lnTo>
                <a:cubicBezTo>
                  <a:pt x="5044581" y="0"/>
                  <a:pt x="4741334" y="301773"/>
                  <a:pt x="4741334" y="674029"/>
                </a:cubicBezTo>
                <a:lnTo>
                  <a:pt x="4741334" y="674029"/>
                </a:lnTo>
                <a:cubicBezTo>
                  <a:pt x="4741334" y="1046281"/>
                  <a:pt x="4438076" y="1348059"/>
                  <a:pt x="4064000" y="1348059"/>
                </a:cubicBezTo>
                <a:lnTo>
                  <a:pt x="4064000" y="1348059"/>
                </a:lnTo>
                <a:cubicBezTo>
                  <a:pt x="3689924" y="1348059"/>
                  <a:pt x="3386667" y="1046281"/>
                  <a:pt x="3386667" y="674029"/>
                </a:cubicBezTo>
                <a:lnTo>
                  <a:pt x="3386667" y="674029"/>
                </a:lnTo>
                <a:cubicBezTo>
                  <a:pt x="3386667" y="301773"/>
                  <a:pt x="3083410" y="0"/>
                  <a:pt x="2709333" y="0"/>
                </a:cubicBezTo>
                <a:lnTo>
                  <a:pt x="2709333" y="0"/>
                </a:lnTo>
                <a:cubicBezTo>
                  <a:pt x="2335257" y="0"/>
                  <a:pt x="2032000" y="301773"/>
                  <a:pt x="2032000" y="674029"/>
                </a:cubicBezTo>
                <a:lnTo>
                  <a:pt x="2032000" y="674029"/>
                </a:lnTo>
                <a:cubicBezTo>
                  <a:pt x="2032000" y="1046281"/>
                  <a:pt x="1728743" y="1348059"/>
                  <a:pt x="1354667" y="1348059"/>
                </a:cubicBezTo>
                <a:lnTo>
                  <a:pt x="0" y="1348059"/>
                </a:lnTo>
              </a:path>
            </a:pathLst>
          </a:custGeom>
          <a:noFill/>
          <a:ln w="228600" cap="flat" cmpd="sng">
            <a:solidFill>
              <a:schemeClr val="dk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38"/>
          <p:cNvSpPr/>
          <p:nvPr/>
        </p:nvSpPr>
        <p:spPr>
          <a:xfrm>
            <a:off x="0" y="2517383"/>
            <a:ext cx="9144000" cy="1011043"/>
          </a:xfrm>
          <a:custGeom>
            <a:avLst/>
            <a:gdLst/>
            <a:ahLst/>
            <a:cxnLst/>
            <a:rect l="l" t="t" r="r" b="b"/>
            <a:pathLst>
              <a:path w="12192000" h="1348058" extrusionOk="0">
                <a:moveTo>
                  <a:pt x="12192000" y="0"/>
                </a:moveTo>
                <a:lnTo>
                  <a:pt x="10837333" y="0"/>
                </a:lnTo>
                <a:cubicBezTo>
                  <a:pt x="10463295" y="0"/>
                  <a:pt x="10160000" y="301773"/>
                  <a:pt x="10160000" y="674029"/>
                </a:cubicBezTo>
                <a:lnTo>
                  <a:pt x="10160000" y="674029"/>
                </a:lnTo>
                <a:cubicBezTo>
                  <a:pt x="10160000" y="1046281"/>
                  <a:pt x="9856705" y="1348059"/>
                  <a:pt x="9482667" y="1348059"/>
                </a:cubicBezTo>
                <a:lnTo>
                  <a:pt x="9482667" y="1348059"/>
                </a:lnTo>
                <a:cubicBezTo>
                  <a:pt x="9108581" y="1348059"/>
                  <a:pt x="8805333" y="1046281"/>
                  <a:pt x="8805333" y="674029"/>
                </a:cubicBezTo>
                <a:lnTo>
                  <a:pt x="8805333" y="674029"/>
                </a:lnTo>
                <a:cubicBezTo>
                  <a:pt x="8805333" y="301773"/>
                  <a:pt x="8502086" y="0"/>
                  <a:pt x="8128000" y="0"/>
                </a:cubicBezTo>
                <a:lnTo>
                  <a:pt x="8128000" y="0"/>
                </a:lnTo>
                <a:cubicBezTo>
                  <a:pt x="7753915" y="0"/>
                  <a:pt x="7450667" y="301773"/>
                  <a:pt x="7450667" y="674029"/>
                </a:cubicBezTo>
                <a:lnTo>
                  <a:pt x="7450667" y="674029"/>
                </a:lnTo>
                <a:cubicBezTo>
                  <a:pt x="7450667" y="1046281"/>
                  <a:pt x="7147419" y="1348059"/>
                  <a:pt x="6773334" y="1348059"/>
                </a:cubicBezTo>
                <a:lnTo>
                  <a:pt x="6773334" y="1348059"/>
                </a:lnTo>
                <a:cubicBezTo>
                  <a:pt x="6399248" y="1348059"/>
                  <a:pt x="6096000" y="1046281"/>
                  <a:pt x="6096000" y="674029"/>
                </a:cubicBezTo>
                <a:lnTo>
                  <a:pt x="6096000" y="674029"/>
                </a:lnTo>
                <a:cubicBezTo>
                  <a:pt x="6096000" y="301773"/>
                  <a:pt x="5792753" y="0"/>
                  <a:pt x="5418667" y="0"/>
                </a:cubicBezTo>
                <a:lnTo>
                  <a:pt x="5418667" y="0"/>
                </a:lnTo>
                <a:cubicBezTo>
                  <a:pt x="5044581" y="0"/>
                  <a:pt x="4741334" y="301773"/>
                  <a:pt x="4741334" y="674029"/>
                </a:cubicBezTo>
                <a:lnTo>
                  <a:pt x="4741334" y="674029"/>
                </a:lnTo>
                <a:cubicBezTo>
                  <a:pt x="4741334" y="1046281"/>
                  <a:pt x="4438076" y="1348059"/>
                  <a:pt x="4064000" y="1348059"/>
                </a:cubicBezTo>
                <a:lnTo>
                  <a:pt x="4064000" y="1348059"/>
                </a:lnTo>
                <a:cubicBezTo>
                  <a:pt x="3689924" y="1348059"/>
                  <a:pt x="3386667" y="1046281"/>
                  <a:pt x="3386667" y="674029"/>
                </a:cubicBezTo>
                <a:lnTo>
                  <a:pt x="3386667" y="674029"/>
                </a:lnTo>
                <a:cubicBezTo>
                  <a:pt x="3386667" y="301773"/>
                  <a:pt x="3083410" y="0"/>
                  <a:pt x="2709333" y="0"/>
                </a:cubicBezTo>
                <a:lnTo>
                  <a:pt x="2709333" y="0"/>
                </a:lnTo>
                <a:cubicBezTo>
                  <a:pt x="2335257" y="0"/>
                  <a:pt x="2032000" y="301773"/>
                  <a:pt x="2032000" y="674029"/>
                </a:cubicBezTo>
                <a:lnTo>
                  <a:pt x="2032000" y="674029"/>
                </a:lnTo>
                <a:cubicBezTo>
                  <a:pt x="2032000" y="1046281"/>
                  <a:pt x="1728743" y="1348059"/>
                  <a:pt x="1354667" y="1348059"/>
                </a:cubicBezTo>
                <a:lnTo>
                  <a:pt x="0" y="1348059"/>
                </a:lnTo>
              </a:path>
            </a:pathLst>
          </a:custGeom>
          <a:noFill/>
          <a:ln w="19050" cap="flat" cmpd="sng">
            <a:solidFill>
              <a:schemeClr val="lt1"/>
            </a:solidFill>
            <a:prstDash val="dash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11" name="Google Shape;611;p38"/>
          <p:cNvGrpSpPr/>
          <p:nvPr/>
        </p:nvGrpSpPr>
        <p:grpSpPr>
          <a:xfrm>
            <a:off x="1777753" y="1849461"/>
            <a:ext cx="473400" cy="473400"/>
            <a:chOff x="1786339" y="1703401"/>
            <a:chExt cx="473400" cy="473400"/>
          </a:xfrm>
        </p:grpSpPr>
        <p:sp>
          <p:nvSpPr>
            <p:cNvPr id="612" name="Google Shape;612;p38"/>
            <p:cNvSpPr/>
            <p:nvPr/>
          </p:nvSpPr>
          <p:spPr>
            <a:xfrm rot="8100000">
              <a:off x="1855667" y="1772729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613" name="Google Shape;613;p38"/>
            <p:cNvSpPr/>
            <p:nvPr/>
          </p:nvSpPr>
          <p:spPr>
            <a:xfrm>
              <a:off x="1955989" y="1866499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2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1</a:t>
              </a:r>
              <a:endParaRPr sz="6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grpSp>
        <p:nvGrpSpPr>
          <p:cNvPr id="614" name="Google Shape;614;p38"/>
          <p:cNvGrpSpPr/>
          <p:nvPr/>
        </p:nvGrpSpPr>
        <p:grpSpPr>
          <a:xfrm>
            <a:off x="3784471" y="1819911"/>
            <a:ext cx="473400" cy="473400"/>
            <a:chOff x="3814414" y="1703401"/>
            <a:chExt cx="473400" cy="473400"/>
          </a:xfrm>
        </p:grpSpPr>
        <p:sp>
          <p:nvSpPr>
            <p:cNvPr id="615" name="Google Shape;615;p38"/>
            <p:cNvSpPr/>
            <p:nvPr/>
          </p:nvSpPr>
          <p:spPr>
            <a:xfrm rot="8100000">
              <a:off x="3883742" y="1772729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616" name="Google Shape;616;p38"/>
            <p:cNvSpPr/>
            <p:nvPr/>
          </p:nvSpPr>
          <p:spPr>
            <a:xfrm>
              <a:off x="3984064" y="1866499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2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3</a:t>
              </a:r>
              <a:endParaRPr sz="6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grpSp>
        <p:nvGrpSpPr>
          <p:cNvPr id="617" name="Google Shape;617;p38"/>
          <p:cNvGrpSpPr/>
          <p:nvPr/>
        </p:nvGrpSpPr>
        <p:grpSpPr>
          <a:xfrm rot="508223">
            <a:off x="5968652" y="1819910"/>
            <a:ext cx="473400" cy="473400"/>
            <a:chOff x="5842489" y="1703401"/>
            <a:chExt cx="473400" cy="473400"/>
          </a:xfrm>
        </p:grpSpPr>
        <p:sp>
          <p:nvSpPr>
            <p:cNvPr id="618" name="Google Shape;618;p38"/>
            <p:cNvSpPr/>
            <p:nvPr/>
          </p:nvSpPr>
          <p:spPr>
            <a:xfrm rot="8100000">
              <a:off x="5911817" y="1772729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619" name="Google Shape;619;p38"/>
            <p:cNvSpPr/>
            <p:nvPr/>
          </p:nvSpPr>
          <p:spPr>
            <a:xfrm>
              <a:off x="6012139" y="1866499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2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5</a:t>
              </a:r>
              <a:endParaRPr sz="6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grpSp>
        <p:nvGrpSpPr>
          <p:cNvPr id="620" name="Google Shape;620;p38"/>
          <p:cNvGrpSpPr/>
          <p:nvPr/>
        </p:nvGrpSpPr>
        <p:grpSpPr>
          <a:xfrm>
            <a:off x="6880814" y="3722655"/>
            <a:ext cx="473400" cy="473400"/>
            <a:chOff x="6880814" y="3576300"/>
            <a:chExt cx="473400" cy="473400"/>
          </a:xfrm>
        </p:grpSpPr>
        <p:sp>
          <p:nvSpPr>
            <p:cNvPr id="621" name="Google Shape;621;p38"/>
            <p:cNvSpPr/>
            <p:nvPr/>
          </p:nvSpPr>
          <p:spPr>
            <a:xfrm rot="-2700000">
              <a:off x="6950142" y="3645628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622" name="Google Shape;622;p38"/>
            <p:cNvSpPr/>
            <p:nvPr/>
          </p:nvSpPr>
          <p:spPr>
            <a:xfrm flipH="1">
              <a:off x="7050464" y="3752502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2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6</a:t>
              </a:r>
              <a:endParaRPr sz="6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grpSp>
        <p:nvGrpSpPr>
          <p:cNvPr id="623" name="Google Shape;623;p38"/>
          <p:cNvGrpSpPr/>
          <p:nvPr/>
        </p:nvGrpSpPr>
        <p:grpSpPr>
          <a:xfrm>
            <a:off x="4852739" y="3722655"/>
            <a:ext cx="473400" cy="473400"/>
            <a:chOff x="4852739" y="3576300"/>
            <a:chExt cx="473400" cy="473400"/>
          </a:xfrm>
        </p:grpSpPr>
        <p:sp>
          <p:nvSpPr>
            <p:cNvPr id="624" name="Google Shape;624;p38"/>
            <p:cNvSpPr/>
            <p:nvPr/>
          </p:nvSpPr>
          <p:spPr>
            <a:xfrm rot="-2700000">
              <a:off x="4922067" y="3645628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625" name="Google Shape;625;p38"/>
            <p:cNvSpPr/>
            <p:nvPr/>
          </p:nvSpPr>
          <p:spPr>
            <a:xfrm flipH="1">
              <a:off x="5022389" y="3752502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2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4</a:t>
              </a:r>
              <a:endParaRPr sz="6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grpSp>
        <p:nvGrpSpPr>
          <p:cNvPr id="626" name="Google Shape;626;p38"/>
          <p:cNvGrpSpPr/>
          <p:nvPr/>
        </p:nvGrpSpPr>
        <p:grpSpPr>
          <a:xfrm>
            <a:off x="2824664" y="3722655"/>
            <a:ext cx="473400" cy="473400"/>
            <a:chOff x="2824664" y="3576300"/>
            <a:chExt cx="473400" cy="473400"/>
          </a:xfrm>
        </p:grpSpPr>
        <p:sp>
          <p:nvSpPr>
            <p:cNvPr id="627" name="Google Shape;627;p38"/>
            <p:cNvSpPr/>
            <p:nvPr/>
          </p:nvSpPr>
          <p:spPr>
            <a:xfrm rot="-2700000">
              <a:off x="2893992" y="3645628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628" name="Google Shape;628;p38"/>
            <p:cNvSpPr/>
            <p:nvPr/>
          </p:nvSpPr>
          <p:spPr>
            <a:xfrm flipH="1">
              <a:off x="2994314" y="3752502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2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2</a:t>
              </a:r>
              <a:endParaRPr sz="6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sp>
        <p:nvSpPr>
          <p:cNvPr id="629" name="Google Shape;629;p38"/>
          <p:cNvSpPr txBox="1"/>
          <p:nvPr/>
        </p:nvSpPr>
        <p:spPr>
          <a:xfrm>
            <a:off x="1140171" y="1512963"/>
            <a:ext cx="1748564" cy="336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 smtClean="0">
                <a:solidFill>
                  <a:schemeClr val="tx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Começamos do zero, pensando em sistemas mais simples.</a:t>
            </a:r>
            <a:endParaRPr sz="1100" dirty="0">
              <a:solidFill>
                <a:schemeClr val="tx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35" name="Google Shape;635;p38"/>
          <p:cNvSpPr/>
          <p:nvPr/>
        </p:nvSpPr>
        <p:spPr>
          <a:xfrm>
            <a:off x="315223" y="623918"/>
            <a:ext cx="303511" cy="303511"/>
          </a:xfrm>
          <a:custGeom>
            <a:avLst/>
            <a:gdLst/>
            <a:ahLst/>
            <a:cxnLst/>
            <a:rect l="l" t="t" r="r" b="b"/>
            <a:pathLst>
              <a:path w="16027" h="16027" fill="none" extrusionOk="0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w="12175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629;p38"/>
          <p:cNvSpPr txBox="1"/>
          <p:nvPr/>
        </p:nvSpPr>
        <p:spPr>
          <a:xfrm>
            <a:off x="2090089" y="4476655"/>
            <a:ext cx="1931082" cy="336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 smtClean="0">
                <a:solidFill>
                  <a:schemeClr val="tx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Foi escolhido um sistema de avaliação de filmes e começou-se a pensar em funções, começo de Backend.</a:t>
            </a:r>
            <a:endParaRPr sz="1100" dirty="0">
              <a:solidFill>
                <a:schemeClr val="tx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3" name="Google Shape;629;p38"/>
          <p:cNvSpPr txBox="1"/>
          <p:nvPr/>
        </p:nvSpPr>
        <p:spPr>
          <a:xfrm>
            <a:off x="2958980" y="1521031"/>
            <a:ext cx="2183150" cy="336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 smtClean="0">
                <a:solidFill>
                  <a:schemeClr val="tx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Com a maioria das funções desenvolvidas, começou a fazer o Frontend.</a:t>
            </a:r>
            <a:endParaRPr sz="1100" dirty="0">
              <a:solidFill>
                <a:schemeClr val="tx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4" name="Google Shape;629;p38"/>
          <p:cNvSpPr txBox="1"/>
          <p:nvPr/>
        </p:nvSpPr>
        <p:spPr>
          <a:xfrm>
            <a:off x="5212375" y="1471724"/>
            <a:ext cx="2036326" cy="336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 smtClean="0">
                <a:solidFill>
                  <a:schemeClr val="tx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Finalizações finais do projeto, arrumando o necessário do código.</a:t>
            </a:r>
            <a:endParaRPr sz="1100" dirty="0">
              <a:solidFill>
                <a:schemeClr val="tx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5" name="Google Shape;629;p38"/>
          <p:cNvSpPr txBox="1"/>
          <p:nvPr/>
        </p:nvSpPr>
        <p:spPr>
          <a:xfrm>
            <a:off x="4199040" y="4366858"/>
            <a:ext cx="1931082" cy="336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 smtClean="0">
                <a:solidFill>
                  <a:schemeClr val="tx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Aprimoramento do Frontend de forma geral. Coloocando imagens e vídeos.</a:t>
            </a:r>
            <a:endParaRPr sz="1100" dirty="0">
              <a:solidFill>
                <a:schemeClr val="tx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6" name="Google Shape;629;p38"/>
          <p:cNvSpPr txBox="1"/>
          <p:nvPr/>
        </p:nvSpPr>
        <p:spPr>
          <a:xfrm>
            <a:off x="6139169" y="4175128"/>
            <a:ext cx="1931082" cy="168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 smtClean="0">
                <a:solidFill>
                  <a:schemeClr val="tx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Finalização do Projeto.</a:t>
            </a:r>
            <a:endParaRPr sz="1100" dirty="0">
              <a:solidFill>
                <a:schemeClr val="tx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4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 smtClean="0"/>
              <a:t>REFERÊNCIAS UTILIZADAS</a:t>
            </a:r>
            <a:endParaRPr sz="2800" dirty="0"/>
          </a:p>
        </p:txBody>
      </p:sp>
      <p:sp>
        <p:nvSpPr>
          <p:cNvPr id="534" name="Google Shape;534;p34"/>
          <p:cNvSpPr txBox="1">
            <a:spLocks noGrp="1"/>
          </p:cNvSpPr>
          <p:nvPr>
            <p:ph type="body" idx="1"/>
          </p:nvPr>
        </p:nvSpPr>
        <p:spPr>
          <a:xfrm>
            <a:off x="309226" y="2895599"/>
            <a:ext cx="7606049" cy="147247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 smtClean="0"/>
              <a:t>Referências que foram utilizadas no trabalho</a:t>
            </a:r>
            <a:r>
              <a:rPr lang="en" sz="2400" dirty="0" smtClean="0"/>
              <a:t>:</a:t>
            </a:r>
            <a:endParaRPr sz="2400" dirty="0"/>
          </a:p>
          <a:p>
            <a:pPr lvl="0">
              <a:lnSpc>
                <a:spcPct val="115000"/>
              </a:lnSpc>
              <a:spcBef>
                <a:spcPts val="1000"/>
              </a:spcBef>
            </a:pPr>
            <a:r>
              <a:rPr lang="en" b="1" u="sng" dirty="0" smtClean="0"/>
              <a:t>Ref. Pricincipal</a:t>
            </a:r>
            <a:r>
              <a:rPr lang="en" dirty="0" smtClean="0"/>
              <a:t>: Site Rotten Tomatoes</a:t>
            </a:r>
          </a:p>
          <a:p>
            <a:pPr marL="76200" lvl="0" indent="0">
              <a:lnSpc>
                <a:spcPct val="115000"/>
              </a:lnSpc>
              <a:spcBef>
                <a:spcPts val="1000"/>
              </a:spcBef>
              <a:buNone/>
            </a:pPr>
            <a:r>
              <a:rPr lang="pt-BR" dirty="0" smtClean="0">
                <a:hlinkClick r:id="rId3"/>
              </a:rPr>
              <a:t>https</a:t>
            </a:r>
            <a:r>
              <a:rPr lang="pt-BR" dirty="0">
                <a:hlinkClick r:id="rId3"/>
              </a:rPr>
              <a:t>://www.rottentomatoes.com</a:t>
            </a:r>
            <a:r>
              <a:rPr lang="pt-BR" dirty="0" smtClean="0">
                <a:hlinkClick r:id="rId3"/>
              </a:rPr>
              <a:t>/</a:t>
            </a:r>
            <a:endParaRPr lang="en" dirty="0"/>
          </a:p>
          <a:p>
            <a:pPr lvl="0">
              <a:lnSpc>
                <a:spcPct val="115000"/>
              </a:lnSpc>
              <a:spcBef>
                <a:spcPts val="1000"/>
              </a:spcBef>
            </a:pPr>
            <a:r>
              <a:rPr lang="en" b="1" dirty="0" smtClean="0"/>
              <a:t>Ref.Secundária</a:t>
            </a:r>
            <a:r>
              <a:rPr lang="en" dirty="0" smtClean="0"/>
              <a:t>: Stack Overflow / Youtube</a:t>
            </a:r>
          </a:p>
          <a:p>
            <a:pPr marL="76200" lvl="0" indent="0">
              <a:lnSpc>
                <a:spcPct val="115000"/>
              </a:lnSpc>
              <a:spcBef>
                <a:spcPts val="1000"/>
              </a:spcBef>
              <a:buNone/>
            </a:pPr>
            <a:r>
              <a:rPr lang="pt-BR" dirty="0" smtClean="0">
                <a:hlinkClick r:id="rId4"/>
              </a:rPr>
              <a:t>https</a:t>
            </a:r>
            <a:r>
              <a:rPr lang="pt-BR" dirty="0">
                <a:hlinkClick r:id="rId4"/>
              </a:rPr>
              <a:t>://</a:t>
            </a:r>
            <a:r>
              <a:rPr lang="pt-BR" dirty="0" smtClean="0">
                <a:hlinkClick r:id="rId4"/>
              </a:rPr>
              <a:t>www.guj.com.br/t/programa-de-locadora-de-filmes/55553</a:t>
            </a:r>
            <a:endParaRPr lang="pt-BR" dirty="0" smtClean="0"/>
          </a:p>
          <a:p>
            <a:pPr marL="76200" lvl="0" indent="0">
              <a:lnSpc>
                <a:spcPct val="115000"/>
              </a:lnSpc>
              <a:spcBef>
                <a:spcPts val="1000"/>
              </a:spcBef>
              <a:buNone/>
            </a:pPr>
            <a:r>
              <a:rPr lang="pt-BR" dirty="0" smtClean="0">
                <a:hlinkClick r:id="rId5"/>
              </a:rPr>
              <a:t>https</a:t>
            </a:r>
            <a:r>
              <a:rPr lang="pt-BR" dirty="0">
                <a:hlinkClick r:id="rId5"/>
              </a:rPr>
              <a:t>://</a:t>
            </a:r>
            <a:r>
              <a:rPr lang="pt-BR" dirty="0" smtClean="0">
                <a:hlinkClick r:id="rId5"/>
              </a:rPr>
              <a:t>www.youtube.com/watch?v=9tAU8fRgq2g</a:t>
            </a:r>
            <a:endParaRPr lang="pt-BR" dirty="0" smtClean="0"/>
          </a:p>
          <a:p>
            <a:pPr lvl="0">
              <a:lnSpc>
                <a:spcPct val="115000"/>
              </a:lnSpc>
              <a:spcBef>
                <a:spcPts val="1000"/>
              </a:spcBef>
            </a:pPr>
            <a:endParaRPr lang="en" dirty="0" smtClean="0"/>
          </a:p>
          <a:p>
            <a:pPr lvl="0">
              <a:lnSpc>
                <a:spcPct val="115000"/>
              </a:lnSpc>
              <a:spcBef>
                <a:spcPts val="1000"/>
              </a:spcBef>
            </a:pPr>
            <a:endParaRPr sz="2400" dirty="0">
              <a:solidFill>
                <a:srgbClr val="3F5378"/>
              </a:solidFill>
            </a:endParaRPr>
          </a:p>
        </p:txBody>
      </p:sp>
      <p:sp>
        <p:nvSpPr>
          <p:cNvPr id="535" name="Google Shape;535;p34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sp>
        <p:nvSpPr>
          <p:cNvPr id="536" name="Google Shape;536;p34"/>
          <p:cNvSpPr/>
          <p:nvPr/>
        </p:nvSpPr>
        <p:spPr>
          <a:xfrm>
            <a:off x="309226" y="634068"/>
            <a:ext cx="315499" cy="283210"/>
          </a:xfrm>
          <a:custGeom>
            <a:avLst/>
            <a:gdLst/>
            <a:ahLst/>
            <a:cxnLst/>
            <a:rect l="l" t="t" r="r" b="b"/>
            <a:pathLst>
              <a:path w="16660" h="14955" fill="none" extrusionOk="0">
                <a:moveTo>
                  <a:pt x="12373" y="1"/>
                </a:moveTo>
                <a:lnTo>
                  <a:pt x="12373" y="1"/>
                </a:lnTo>
                <a:lnTo>
                  <a:pt x="12032" y="1"/>
                </a:lnTo>
                <a:lnTo>
                  <a:pt x="11691" y="49"/>
                </a:lnTo>
                <a:lnTo>
                  <a:pt x="11350" y="123"/>
                </a:lnTo>
                <a:lnTo>
                  <a:pt x="11033" y="196"/>
                </a:lnTo>
                <a:lnTo>
                  <a:pt x="10716" y="317"/>
                </a:lnTo>
                <a:lnTo>
                  <a:pt x="10424" y="464"/>
                </a:lnTo>
                <a:lnTo>
                  <a:pt x="10132" y="610"/>
                </a:lnTo>
                <a:lnTo>
                  <a:pt x="9864" y="804"/>
                </a:lnTo>
                <a:lnTo>
                  <a:pt x="9620" y="999"/>
                </a:lnTo>
                <a:lnTo>
                  <a:pt x="9377" y="1219"/>
                </a:lnTo>
                <a:lnTo>
                  <a:pt x="9158" y="1462"/>
                </a:lnTo>
                <a:lnTo>
                  <a:pt x="8939" y="1706"/>
                </a:lnTo>
                <a:lnTo>
                  <a:pt x="8768" y="1974"/>
                </a:lnTo>
                <a:lnTo>
                  <a:pt x="8598" y="2266"/>
                </a:lnTo>
                <a:lnTo>
                  <a:pt x="8451" y="2558"/>
                </a:lnTo>
                <a:lnTo>
                  <a:pt x="8330" y="2850"/>
                </a:lnTo>
                <a:lnTo>
                  <a:pt x="8330" y="2850"/>
                </a:lnTo>
                <a:lnTo>
                  <a:pt x="8208" y="2558"/>
                </a:lnTo>
                <a:lnTo>
                  <a:pt x="8062" y="2266"/>
                </a:lnTo>
                <a:lnTo>
                  <a:pt x="7891" y="1974"/>
                </a:lnTo>
                <a:lnTo>
                  <a:pt x="7721" y="1706"/>
                </a:lnTo>
                <a:lnTo>
                  <a:pt x="7502" y="1462"/>
                </a:lnTo>
                <a:lnTo>
                  <a:pt x="7282" y="1219"/>
                </a:lnTo>
                <a:lnTo>
                  <a:pt x="7039" y="999"/>
                </a:lnTo>
                <a:lnTo>
                  <a:pt x="6795" y="804"/>
                </a:lnTo>
                <a:lnTo>
                  <a:pt x="6527" y="610"/>
                </a:lnTo>
                <a:lnTo>
                  <a:pt x="6235" y="464"/>
                </a:lnTo>
                <a:lnTo>
                  <a:pt x="5943" y="317"/>
                </a:lnTo>
                <a:lnTo>
                  <a:pt x="5626" y="196"/>
                </a:lnTo>
                <a:lnTo>
                  <a:pt x="5310" y="123"/>
                </a:lnTo>
                <a:lnTo>
                  <a:pt x="4969" y="49"/>
                </a:lnTo>
                <a:lnTo>
                  <a:pt x="4628" y="1"/>
                </a:lnTo>
                <a:lnTo>
                  <a:pt x="4287" y="1"/>
                </a:lnTo>
                <a:lnTo>
                  <a:pt x="4287" y="1"/>
                </a:lnTo>
                <a:lnTo>
                  <a:pt x="3848" y="25"/>
                </a:lnTo>
                <a:lnTo>
                  <a:pt x="3434" y="74"/>
                </a:lnTo>
                <a:lnTo>
                  <a:pt x="3020" y="196"/>
                </a:lnTo>
                <a:lnTo>
                  <a:pt x="2606" y="342"/>
                </a:lnTo>
                <a:lnTo>
                  <a:pt x="2241" y="512"/>
                </a:lnTo>
                <a:lnTo>
                  <a:pt x="1900" y="731"/>
                </a:lnTo>
                <a:lnTo>
                  <a:pt x="1559" y="975"/>
                </a:lnTo>
                <a:lnTo>
                  <a:pt x="1267" y="1243"/>
                </a:lnTo>
                <a:lnTo>
                  <a:pt x="974" y="1560"/>
                </a:lnTo>
                <a:lnTo>
                  <a:pt x="731" y="1876"/>
                </a:lnTo>
                <a:lnTo>
                  <a:pt x="512" y="2241"/>
                </a:lnTo>
                <a:lnTo>
                  <a:pt x="341" y="2607"/>
                </a:lnTo>
                <a:lnTo>
                  <a:pt x="195" y="2996"/>
                </a:lnTo>
                <a:lnTo>
                  <a:pt x="98" y="3410"/>
                </a:lnTo>
                <a:lnTo>
                  <a:pt x="25" y="3849"/>
                </a:lnTo>
                <a:lnTo>
                  <a:pt x="0" y="4287"/>
                </a:lnTo>
                <a:lnTo>
                  <a:pt x="0" y="4287"/>
                </a:lnTo>
                <a:lnTo>
                  <a:pt x="0" y="4580"/>
                </a:lnTo>
                <a:lnTo>
                  <a:pt x="25" y="4872"/>
                </a:lnTo>
                <a:lnTo>
                  <a:pt x="122" y="5432"/>
                </a:lnTo>
                <a:lnTo>
                  <a:pt x="244" y="5992"/>
                </a:lnTo>
                <a:lnTo>
                  <a:pt x="439" y="6528"/>
                </a:lnTo>
                <a:lnTo>
                  <a:pt x="658" y="7039"/>
                </a:lnTo>
                <a:lnTo>
                  <a:pt x="926" y="7526"/>
                </a:lnTo>
                <a:lnTo>
                  <a:pt x="1194" y="7989"/>
                </a:lnTo>
                <a:lnTo>
                  <a:pt x="1510" y="8452"/>
                </a:lnTo>
                <a:lnTo>
                  <a:pt x="1851" y="8890"/>
                </a:lnTo>
                <a:lnTo>
                  <a:pt x="2192" y="9304"/>
                </a:lnTo>
                <a:lnTo>
                  <a:pt x="2558" y="9718"/>
                </a:lnTo>
                <a:lnTo>
                  <a:pt x="2923" y="10108"/>
                </a:lnTo>
                <a:lnTo>
                  <a:pt x="3629" y="10839"/>
                </a:lnTo>
                <a:lnTo>
                  <a:pt x="4287" y="11496"/>
                </a:lnTo>
                <a:lnTo>
                  <a:pt x="4287" y="11496"/>
                </a:lnTo>
                <a:lnTo>
                  <a:pt x="4847" y="12032"/>
                </a:lnTo>
                <a:lnTo>
                  <a:pt x="5480" y="12592"/>
                </a:lnTo>
                <a:lnTo>
                  <a:pt x="6820" y="13737"/>
                </a:lnTo>
                <a:lnTo>
                  <a:pt x="7891" y="14614"/>
                </a:lnTo>
                <a:lnTo>
                  <a:pt x="8330" y="14955"/>
                </a:lnTo>
                <a:lnTo>
                  <a:pt x="8330" y="14955"/>
                </a:lnTo>
                <a:lnTo>
                  <a:pt x="8768" y="14614"/>
                </a:lnTo>
                <a:lnTo>
                  <a:pt x="9815" y="13761"/>
                </a:lnTo>
                <a:lnTo>
                  <a:pt x="11155" y="12617"/>
                </a:lnTo>
                <a:lnTo>
                  <a:pt x="11788" y="12056"/>
                </a:lnTo>
                <a:lnTo>
                  <a:pt x="12373" y="11496"/>
                </a:lnTo>
                <a:lnTo>
                  <a:pt x="12373" y="11496"/>
                </a:lnTo>
                <a:lnTo>
                  <a:pt x="13030" y="10839"/>
                </a:lnTo>
                <a:lnTo>
                  <a:pt x="13736" y="10108"/>
                </a:lnTo>
                <a:lnTo>
                  <a:pt x="14102" y="9718"/>
                </a:lnTo>
                <a:lnTo>
                  <a:pt x="14467" y="9304"/>
                </a:lnTo>
                <a:lnTo>
                  <a:pt x="14808" y="8890"/>
                </a:lnTo>
                <a:lnTo>
                  <a:pt x="15149" y="8452"/>
                </a:lnTo>
                <a:lnTo>
                  <a:pt x="15466" y="7989"/>
                </a:lnTo>
                <a:lnTo>
                  <a:pt x="15734" y="7526"/>
                </a:lnTo>
                <a:lnTo>
                  <a:pt x="16001" y="7039"/>
                </a:lnTo>
                <a:lnTo>
                  <a:pt x="16221" y="6528"/>
                </a:lnTo>
                <a:lnTo>
                  <a:pt x="16416" y="5992"/>
                </a:lnTo>
                <a:lnTo>
                  <a:pt x="16537" y="5432"/>
                </a:lnTo>
                <a:lnTo>
                  <a:pt x="16635" y="4872"/>
                </a:lnTo>
                <a:lnTo>
                  <a:pt x="16659" y="4580"/>
                </a:lnTo>
                <a:lnTo>
                  <a:pt x="16659" y="4287"/>
                </a:lnTo>
                <a:lnTo>
                  <a:pt x="16659" y="4287"/>
                </a:lnTo>
                <a:lnTo>
                  <a:pt x="16635" y="3849"/>
                </a:lnTo>
                <a:lnTo>
                  <a:pt x="16562" y="3410"/>
                </a:lnTo>
                <a:lnTo>
                  <a:pt x="16464" y="2996"/>
                </a:lnTo>
                <a:lnTo>
                  <a:pt x="16318" y="2607"/>
                </a:lnTo>
                <a:lnTo>
                  <a:pt x="16148" y="2241"/>
                </a:lnTo>
                <a:lnTo>
                  <a:pt x="15928" y="1876"/>
                </a:lnTo>
                <a:lnTo>
                  <a:pt x="15685" y="1560"/>
                </a:lnTo>
                <a:lnTo>
                  <a:pt x="15393" y="1243"/>
                </a:lnTo>
                <a:lnTo>
                  <a:pt x="15100" y="975"/>
                </a:lnTo>
                <a:lnTo>
                  <a:pt x="14759" y="731"/>
                </a:lnTo>
                <a:lnTo>
                  <a:pt x="14418" y="512"/>
                </a:lnTo>
                <a:lnTo>
                  <a:pt x="14053" y="342"/>
                </a:lnTo>
                <a:lnTo>
                  <a:pt x="13639" y="196"/>
                </a:lnTo>
                <a:lnTo>
                  <a:pt x="13225" y="74"/>
                </a:lnTo>
                <a:lnTo>
                  <a:pt x="12811" y="25"/>
                </a:lnTo>
                <a:lnTo>
                  <a:pt x="12373" y="1"/>
                </a:lnTo>
                <a:lnTo>
                  <a:pt x="12373" y="1"/>
                </a:lnTo>
                <a:close/>
              </a:path>
            </a:pathLst>
          </a:custGeom>
          <a:noFill/>
          <a:ln w="12175" cap="rnd" cmpd="sng">
            <a:solidFill>
              <a:srgbClr val="FF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43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APRESENTAÇÃO DO GRUPO</a:t>
            </a:r>
            <a:endParaRPr dirty="0"/>
          </a:p>
        </p:txBody>
      </p:sp>
      <p:sp>
        <p:nvSpPr>
          <p:cNvPr id="744" name="Google Shape;744;p43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sp>
        <p:nvSpPr>
          <p:cNvPr id="746" name="Google Shape;746;p43"/>
          <p:cNvSpPr txBox="1"/>
          <p:nvPr/>
        </p:nvSpPr>
        <p:spPr>
          <a:xfrm>
            <a:off x="618734" y="3379000"/>
            <a:ext cx="1948833" cy="471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João Otávio de Souza</a:t>
            </a:r>
            <a:r>
              <a:rPr lang="en" sz="1800" dirty="0"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br>
              <a:rPr lang="en" sz="1800" dirty="0"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" sz="1000" dirty="0" smtClean="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RA:125111350031</a:t>
            </a:r>
            <a:endParaRPr sz="1000" dirty="0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748" name="Google Shape;748;p43"/>
          <p:cNvSpPr txBox="1"/>
          <p:nvPr/>
        </p:nvSpPr>
        <p:spPr>
          <a:xfrm>
            <a:off x="2598459" y="3379000"/>
            <a:ext cx="1948833" cy="381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/>
            <a:r>
              <a:rPr lang="en" sz="1600" b="1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Gustavo Carreiro</a:t>
            </a:r>
            <a:r>
              <a:rPr lang="en" sz="1800" dirty="0"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br>
              <a:rPr lang="en" sz="1800" dirty="0"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" sz="1000" dirty="0" smtClean="0">
                <a:solidFill>
                  <a:schemeClr val="dk2"/>
                </a:solidFill>
                <a:latin typeface="Roboto Condensed" panose="020B0604020202020204" charset="0"/>
                <a:ea typeface="Roboto Condensed" panose="020B0604020202020204" charset="0"/>
                <a:cs typeface="Roboto Condensed"/>
                <a:sym typeface="Roboto Condensed"/>
              </a:rPr>
              <a:t>RA: </a:t>
            </a:r>
            <a:r>
              <a:rPr lang="en" sz="1000" dirty="0" smtClean="0">
                <a:solidFill>
                  <a:schemeClr val="dk2"/>
                </a:solidFill>
                <a:latin typeface="Roboto Condensed" panose="020B0604020202020204" charset="0"/>
                <a:ea typeface="Roboto Condensed" panose="020B0604020202020204" charset="0"/>
                <a:cs typeface="Barlow"/>
                <a:sym typeface="Barlow"/>
              </a:rPr>
              <a:t>125111352297</a:t>
            </a:r>
            <a:endParaRPr sz="1000" dirty="0" smtClean="0">
              <a:solidFill>
                <a:schemeClr val="dk2"/>
              </a:solidFill>
              <a:latin typeface="Roboto Condensed" panose="020B0604020202020204" charset="0"/>
              <a:ea typeface="Roboto Condensed" panose="020B0604020202020204" charset="0"/>
              <a:cs typeface="Roboto Condensed"/>
              <a:sym typeface="Roboto Condensed"/>
            </a:endParaRPr>
          </a:p>
        </p:txBody>
      </p:sp>
      <p:sp>
        <p:nvSpPr>
          <p:cNvPr id="750" name="Google Shape;750;p43"/>
          <p:cNvSpPr txBox="1"/>
          <p:nvPr/>
        </p:nvSpPr>
        <p:spPr>
          <a:xfrm>
            <a:off x="4578184" y="3379000"/>
            <a:ext cx="1948833" cy="381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João Vitor Marques</a:t>
            </a:r>
            <a:r>
              <a:rPr lang="en" sz="1800" dirty="0"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br>
              <a:rPr lang="en" sz="1800" dirty="0"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" sz="1000" dirty="0" smtClean="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RA: 125111360331</a:t>
            </a:r>
            <a:endParaRPr sz="1000" dirty="0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752" name="Google Shape;752;p43"/>
          <p:cNvSpPr txBox="1"/>
          <p:nvPr/>
        </p:nvSpPr>
        <p:spPr>
          <a:xfrm>
            <a:off x="6557909" y="3379000"/>
            <a:ext cx="1948833" cy="381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Leonardo Ribeiro</a:t>
            </a:r>
            <a:r>
              <a:rPr lang="en" sz="1800" dirty="0" smtClean="0"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br>
              <a:rPr lang="en" sz="1800" dirty="0" smtClean="0"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" sz="1000" dirty="0" smtClean="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RA: 125111359610</a:t>
            </a:r>
            <a:endParaRPr sz="1000" dirty="0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753" name="Google Shape;753;p43"/>
          <p:cNvSpPr/>
          <p:nvPr/>
        </p:nvSpPr>
        <p:spPr>
          <a:xfrm>
            <a:off x="315223" y="623918"/>
            <a:ext cx="303511" cy="303511"/>
          </a:xfrm>
          <a:custGeom>
            <a:avLst/>
            <a:gdLst/>
            <a:ahLst/>
            <a:cxnLst/>
            <a:rect l="l" t="t" r="r" b="b"/>
            <a:pathLst>
              <a:path w="16027" h="16027" fill="none" extrusionOk="0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w="12175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" name="Google Shape;975;p46"/>
          <p:cNvGrpSpPr/>
          <p:nvPr/>
        </p:nvGrpSpPr>
        <p:grpSpPr>
          <a:xfrm>
            <a:off x="3125164" y="2587372"/>
            <a:ext cx="795710" cy="745943"/>
            <a:chOff x="1278900" y="2333250"/>
            <a:chExt cx="381175" cy="381175"/>
          </a:xfrm>
          <a:solidFill>
            <a:schemeClr val="tx1"/>
          </a:solidFill>
        </p:grpSpPr>
        <p:sp>
          <p:nvSpPr>
            <p:cNvPr id="14" name="Google Shape;976;p46"/>
            <p:cNvSpPr/>
            <p:nvPr/>
          </p:nvSpPr>
          <p:spPr>
            <a:xfrm>
              <a:off x="1278900" y="2333250"/>
              <a:ext cx="381175" cy="381175"/>
            </a:xfrm>
            <a:custGeom>
              <a:avLst/>
              <a:gdLst/>
              <a:ahLst/>
              <a:cxnLst/>
              <a:rect l="l" t="t" r="r" b="b"/>
              <a:pathLst>
                <a:path w="15247" h="15247" fill="none" extrusionOk="0">
                  <a:moveTo>
                    <a:pt x="7623" y="0"/>
                  </a:moveTo>
                  <a:lnTo>
                    <a:pt x="7623" y="0"/>
                  </a:lnTo>
                  <a:lnTo>
                    <a:pt x="7233" y="0"/>
                  </a:lnTo>
                  <a:lnTo>
                    <a:pt x="6844" y="49"/>
                  </a:lnTo>
                  <a:lnTo>
                    <a:pt x="6454" y="98"/>
                  </a:lnTo>
                  <a:lnTo>
                    <a:pt x="6089" y="147"/>
                  </a:lnTo>
                  <a:lnTo>
                    <a:pt x="5723" y="244"/>
                  </a:lnTo>
                  <a:lnTo>
                    <a:pt x="5358" y="341"/>
                  </a:lnTo>
                  <a:lnTo>
                    <a:pt x="4993" y="463"/>
                  </a:lnTo>
                  <a:lnTo>
                    <a:pt x="4652" y="609"/>
                  </a:lnTo>
                  <a:lnTo>
                    <a:pt x="4311" y="755"/>
                  </a:lnTo>
                  <a:lnTo>
                    <a:pt x="3994" y="926"/>
                  </a:lnTo>
                  <a:lnTo>
                    <a:pt x="3678" y="1096"/>
                  </a:lnTo>
                  <a:lnTo>
                    <a:pt x="3361" y="1291"/>
                  </a:lnTo>
                  <a:lnTo>
                    <a:pt x="3069" y="1510"/>
                  </a:lnTo>
                  <a:lnTo>
                    <a:pt x="2777" y="1730"/>
                  </a:lnTo>
                  <a:lnTo>
                    <a:pt x="2509" y="1973"/>
                  </a:lnTo>
                  <a:lnTo>
                    <a:pt x="2241" y="2241"/>
                  </a:lnTo>
                  <a:lnTo>
                    <a:pt x="1973" y="2509"/>
                  </a:lnTo>
                  <a:lnTo>
                    <a:pt x="1729" y="2777"/>
                  </a:lnTo>
                  <a:lnTo>
                    <a:pt x="1510" y="3069"/>
                  </a:lnTo>
                  <a:lnTo>
                    <a:pt x="1291" y="3361"/>
                  </a:lnTo>
                  <a:lnTo>
                    <a:pt x="1096" y="3678"/>
                  </a:lnTo>
                  <a:lnTo>
                    <a:pt x="926" y="3995"/>
                  </a:lnTo>
                  <a:lnTo>
                    <a:pt x="755" y="4311"/>
                  </a:lnTo>
                  <a:lnTo>
                    <a:pt x="609" y="4652"/>
                  </a:lnTo>
                  <a:lnTo>
                    <a:pt x="463" y="4993"/>
                  </a:lnTo>
                  <a:lnTo>
                    <a:pt x="341" y="5358"/>
                  </a:lnTo>
                  <a:lnTo>
                    <a:pt x="244" y="5724"/>
                  </a:lnTo>
                  <a:lnTo>
                    <a:pt x="146" y="6089"/>
                  </a:lnTo>
                  <a:lnTo>
                    <a:pt x="97" y="6454"/>
                  </a:lnTo>
                  <a:lnTo>
                    <a:pt x="49" y="6844"/>
                  </a:lnTo>
                  <a:lnTo>
                    <a:pt x="0" y="7234"/>
                  </a:lnTo>
                  <a:lnTo>
                    <a:pt x="0" y="7623"/>
                  </a:lnTo>
                  <a:lnTo>
                    <a:pt x="0" y="7623"/>
                  </a:lnTo>
                  <a:lnTo>
                    <a:pt x="0" y="8013"/>
                  </a:lnTo>
                  <a:lnTo>
                    <a:pt x="49" y="8403"/>
                  </a:lnTo>
                  <a:lnTo>
                    <a:pt x="97" y="8793"/>
                  </a:lnTo>
                  <a:lnTo>
                    <a:pt x="146" y="9158"/>
                  </a:lnTo>
                  <a:lnTo>
                    <a:pt x="244" y="9523"/>
                  </a:lnTo>
                  <a:lnTo>
                    <a:pt x="341" y="9889"/>
                  </a:lnTo>
                  <a:lnTo>
                    <a:pt x="463" y="10254"/>
                  </a:lnTo>
                  <a:lnTo>
                    <a:pt x="609" y="10595"/>
                  </a:lnTo>
                  <a:lnTo>
                    <a:pt x="755" y="10936"/>
                  </a:lnTo>
                  <a:lnTo>
                    <a:pt x="926" y="11252"/>
                  </a:lnTo>
                  <a:lnTo>
                    <a:pt x="1096" y="11569"/>
                  </a:lnTo>
                  <a:lnTo>
                    <a:pt x="1291" y="11886"/>
                  </a:lnTo>
                  <a:lnTo>
                    <a:pt x="1510" y="12178"/>
                  </a:lnTo>
                  <a:lnTo>
                    <a:pt x="1729" y="12470"/>
                  </a:lnTo>
                  <a:lnTo>
                    <a:pt x="1973" y="12738"/>
                  </a:lnTo>
                  <a:lnTo>
                    <a:pt x="2241" y="13006"/>
                  </a:lnTo>
                  <a:lnTo>
                    <a:pt x="2509" y="13274"/>
                  </a:lnTo>
                  <a:lnTo>
                    <a:pt x="2777" y="13517"/>
                  </a:lnTo>
                  <a:lnTo>
                    <a:pt x="3069" y="13737"/>
                  </a:lnTo>
                  <a:lnTo>
                    <a:pt x="3361" y="13956"/>
                  </a:lnTo>
                  <a:lnTo>
                    <a:pt x="3678" y="14151"/>
                  </a:lnTo>
                  <a:lnTo>
                    <a:pt x="3994" y="14321"/>
                  </a:lnTo>
                  <a:lnTo>
                    <a:pt x="4311" y="14492"/>
                  </a:lnTo>
                  <a:lnTo>
                    <a:pt x="4652" y="14638"/>
                  </a:lnTo>
                  <a:lnTo>
                    <a:pt x="4993" y="14784"/>
                  </a:lnTo>
                  <a:lnTo>
                    <a:pt x="5358" y="14906"/>
                  </a:lnTo>
                  <a:lnTo>
                    <a:pt x="5723" y="15003"/>
                  </a:lnTo>
                  <a:lnTo>
                    <a:pt x="6089" y="15100"/>
                  </a:lnTo>
                  <a:lnTo>
                    <a:pt x="6454" y="15149"/>
                  </a:lnTo>
                  <a:lnTo>
                    <a:pt x="6844" y="15198"/>
                  </a:lnTo>
                  <a:lnTo>
                    <a:pt x="7233" y="15247"/>
                  </a:lnTo>
                  <a:lnTo>
                    <a:pt x="7623" y="15247"/>
                  </a:lnTo>
                  <a:lnTo>
                    <a:pt x="7623" y="15247"/>
                  </a:lnTo>
                  <a:lnTo>
                    <a:pt x="8013" y="15247"/>
                  </a:lnTo>
                  <a:lnTo>
                    <a:pt x="8403" y="15198"/>
                  </a:lnTo>
                  <a:lnTo>
                    <a:pt x="8792" y="15149"/>
                  </a:lnTo>
                  <a:lnTo>
                    <a:pt x="9158" y="15100"/>
                  </a:lnTo>
                  <a:lnTo>
                    <a:pt x="9523" y="15003"/>
                  </a:lnTo>
                  <a:lnTo>
                    <a:pt x="9888" y="14906"/>
                  </a:lnTo>
                  <a:lnTo>
                    <a:pt x="10253" y="14784"/>
                  </a:lnTo>
                  <a:lnTo>
                    <a:pt x="10594" y="14638"/>
                  </a:lnTo>
                  <a:lnTo>
                    <a:pt x="10935" y="14492"/>
                  </a:lnTo>
                  <a:lnTo>
                    <a:pt x="11252" y="14321"/>
                  </a:lnTo>
                  <a:lnTo>
                    <a:pt x="11569" y="14151"/>
                  </a:lnTo>
                  <a:lnTo>
                    <a:pt x="11885" y="13956"/>
                  </a:lnTo>
                  <a:lnTo>
                    <a:pt x="12178" y="13737"/>
                  </a:lnTo>
                  <a:lnTo>
                    <a:pt x="12470" y="13517"/>
                  </a:lnTo>
                  <a:lnTo>
                    <a:pt x="12738" y="13274"/>
                  </a:lnTo>
                  <a:lnTo>
                    <a:pt x="13006" y="13006"/>
                  </a:lnTo>
                  <a:lnTo>
                    <a:pt x="13273" y="12738"/>
                  </a:lnTo>
                  <a:lnTo>
                    <a:pt x="13517" y="12470"/>
                  </a:lnTo>
                  <a:lnTo>
                    <a:pt x="13736" y="12178"/>
                  </a:lnTo>
                  <a:lnTo>
                    <a:pt x="13955" y="11886"/>
                  </a:lnTo>
                  <a:lnTo>
                    <a:pt x="14150" y="11569"/>
                  </a:lnTo>
                  <a:lnTo>
                    <a:pt x="14321" y="11252"/>
                  </a:lnTo>
                  <a:lnTo>
                    <a:pt x="14491" y="10936"/>
                  </a:lnTo>
                  <a:lnTo>
                    <a:pt x="14637" y="10595"/>
                  </a:lnTo>
                  <a:lnTo>
                    <a:pt x="14783" y="10254"/>
                  </a:lnTo>
                  <a:lnTo>
                    <a:pt x="14905" y="9889"/>
                  </a:lnTo>
                  <a:lnTo>
                    <a:pt x="15003" y="9523"/>
                  </a:lnTo>
                  <a:lnTo>
                    <a:pt x="15100" y="9158"/>
                  </a:lnTo>
                  <a:lnTo>
                    <a:pt x="15149" y="8793"/>
                  </a:lnTo>
                  <a:lnTo>
                    <a:pt x="15198" y="8403"/>
                  </a:lnTo>
                  <a:lnTo>
                    <a:pt x="15246" y="8013"/>
                  </a:lnTo>
                  <a:lnTo>
                    <a:pt x="15246" y="7623"/>
                  </a:lnTo>
                  <a:lnTo>
                    <a:pt x="15246" y="7623"/>
                  </a:lnTo>
                  <a:lnTo>
                    <a:pt x="15246" y="7234"/>
                  </a:lnTo>
                  <a:lnTo>
                    <a:pt x="15198" y="6844"/>
                  </a:lnTo>
                  <a:lnTo>
                    <a:pt x="15149" y="6454"/>
                  </a:lnTo>
                  <a:lnTo>
                    <a:pt x="15100" y="6089"/>
                  </a:lnTo>
                  <a:lnTo>
                    <a:pt x="15003" y="5724"/>
                  </a:lnTo>
                  <a:lnTo>
                    <a:pt x="14905" y="5358"/>
                  </a:lnTo>
                  <a:lnTo>
                    <a:pt x="14783" y="4993"/>
                  </a:lnTo>
                  <a:lnTo>
                    <a:pt x="14637" y="4652"/>
                  </a:lnTo>
                  <a:lnTo>
                    <a:pt x="14491" y="4311"/>
                  </a:lnTo>
                  <a:lnTo>
                    <a:pt x="14321" y="3995"/>
                  </a:lnTo>
                  <a:lnTo>
                    <a:pt x="14150" y="3678"/>
                  </a:lnTo>
                  <a:lnTo>
                    <a:pt x="13955" y="3361"/>
                  </a:lnTo>
                  <a:lnTo>
                    <a:pt x="13736" y="3069"/>
                  </a:lnTo>
                  <a:lnTo>
                    <a:pt x="13517" y="2777"/>
                  </a:lnTo>
                  <a:lnTo>
                    <a:pt x="13273" y="2509"/>
                  </a:lnTo>
                  <a:lnTo>
                    <a:pt x="13006" y="2241"/>
                  </a:lnTo>
                  <a:lnTo>
                    <a:pt x="12738" y="1973"/>
                  </a:lnTo>
                  <a:lnTo>
                    <a:pt x="12470" y="1730"/>
                  </a:lnTo>
                  <a:lnTo>
                    <a:pt x="12178" y="1510"/>
                  </a:lnTo>
                  <a:lnTo>
                    <a:pt x="11885" y="1291"/>
                  </a:lnTo>
                  <a:lnTo>
                    <a:pt x="11569" y="1096"/>
                  </a:lnTo>
                  <a:lnTo>
                    <a:pt x="11252" y="926"/>
                  </a:lnTo>
                  <a:lnTo>
                    <a:pt x="10935" y="755"/>
                  </a:lnTo>
                  <a:lnTo>
                    <a:pt x="10594" y="609"/>
                  </a:lnTo>
                  <a:lnTo>
                    <a:pt x="10253" y="463"/>
                  </a:lnTo>
                  <a:lnTo>
                    <a:pt x="9888" y="341"/>
                  </a:lnTo>
                  <a:lnTo>
                    <a:pt x="9523" y="244"/>
                  </a:lnTo>
                  <a:lnTo>
                    <a:pt x="9158" y="147"/>
                  </a:lnTo>
                  <a:lnTo>
                    <a:pt x="8792" y="98"/>
                  </a:lnTo>
                  <a:lnTo>
                    <a:pt x="8403" y="49"/>
                  </a:lnTo>
                  <a:lnTo>
                    <a:pt x="8013" y="0"/>
                  </a:lnTo>
                  <a:lnTo>
                    <a:pt x="7623" y="0"/>
                  </a:lnTo>
                  <a:lnTo>
                    <a:pt x="7623" y="0"/>
                  </a:lnTo>
                </a:path>
              </a:pathLst>
            </a:custGeom>
            <a:grpFill/>
            <a:ln w="12175" cap="rnd" cmpd="sng">
              <a:solidFill>
                <a:schemeClr val="accent4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977;p46"/>
            <p:cNvSpPr/>
            <p:nvPr/>
          </p:nvSpPr>
          <p:spPr>
            <a:xfrm>
              <a:off x="1525475" y="2503125"/>
              <a:ext cx="43875" cy="47525"/>
            </a:xfrm>
            <a:custGeom>
              <a:avLst/>
              <a:gdLst/>
              <a:ahLst/>
              <a:cxnLst/>
              <a:rect l="l" t="t" r="r" b="b"/>
              <a:pathLst>
                <a:path w="1755" h="1901" fill="none" extrusionOk="0">
                  <a:moveTo>
                    <a:pt x="878" y="0"/>
                  </a:moveTo>
                  <a:lnTo>
                    <a:pt x="878" y="0"/>
                  </a:lnTo>
                  <a:lnTo>
                    <a:pt x="1048" y="25"/>
                  </a:lnTo>
                  <a:lnTo>
                    <a:pt x="1219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9" y="1827"/>
                  </a:lnTo>
                  <a:lnTo>
                    <a:pt x="1048" y="1876"/>
                  </a:lnTo>
                  <a:lnTo>
                    <a:pt x="878" y="1900"/>
                  </a:lnTo>
                  <a:lnTo>
                    <a:pt x="878" y="1900"/>
                  </a:lnTo>
                  <a:lnTo>
                    <a:pt x="707" y="1876"/>
                  </a:lnTo>
                  <a:lnTo>
                    <a:pt x="537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7" y="73"/>
                  </a:lnTo>
                  <a:lnTo>
                    <a:pt x="707" y="25"/>
                  </a:lnTo>
                  <a:lnTo>
                    <a:pt x="878" y="0"/>
                  </a:lnTo>
                  <a:lnTo>
                    <a:pt x="878" y="0"/>
                  </a:lnTo>
                </a:path>
              </a:pathLst>
            </a:custGeom>
            <a:grpFill/>
            <a:ln w="12175" cap="rnd" cmpd="sng">
              <a:solidFill>
                <a:schemeClr val="accent4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978;p46"/>
            <p:cNvSpPr/>
            <p:nvPr/>
          </p:nvSpPr>
          <p:spPr>
            <a:xfrm>
              <a:off x="1369600" y="2503125"/>
              <a:ext cx="43875" cy="47525"/>
            </a:xfrm>
            <a:custGeom>
              <a:avLst/>
              <a:gdLst/>
              <a:ahLst/>
              <a:cxnLst/>
              <a:rect l="l" t="t" r="r" b="b"/>
              <a:pathLst>
                <a:path w="1755" h="1901" fill="none" extrusionOk="0">
                  <a:moveTo>
                    <a:pt x="878" y="0"/>
                  </a:moveTo>
                  <a:lnTo>
                    <a:pt x="878" y="0"/>
                  </a:lnTo>
                  <a:lnTo>
                    <a:pt x="1048" y="25"/>
                  </a:lnTo>
                  <a:lnTo>
                    <a:pt x="1219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9" y="1827"/>
                  </a:lnTo>
                  <a:lnTo>
                    <a:pt x="1048" y="1876"/>
                  </a:lnTo>
                  <a:lnTo>
                    <a:pt x="878" y="1900"/>
                  </a:lnTo>
                  <a:lnTo>
                    <a:pt x="878" y="1900"/>
                  </a:lnTo>
                  <a:lnTo>
                    <a:pt x="707" y="1876"/>
                  </a:lnTo>
                  <a:lnTo>
                    <a:pt x="537" y="1827"/>
                  </a:lnTo>
                  <a:lnTo>
                    <a:pt x="391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1" y="171"/>
                  </a:lnTo>
                  <a:lnTo>
                    <a:pt x="537" y="73"/>
                  </a:lnTo>
                  <a:lnTo>
                    <a:pt x="707" y="25"/>
                  </a:lnTo>
                  <a:lnTo>
                    <a:pt x="878" y="0"/>
                  </a:lnTo>
                  <a:lnTo>
                    <a:pt x="878" y="0"/>
                  </a:lnTo>
                </a:path>
              </a:pathLst>
            </a:custGeom>
            <a:grpFill/>
            <a:ln w="12175" cap="rnd" cmpd="sng">
              <a:solidFill>
                <a:schemeClr val="accent4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979;p46"/>
            <p:cNvSpPr/>
            <p:nvPr/>
          </p:nvSpPr>
          <p:spPr>
            <a:xfrm>
              <a:off x="1369600" y="2604200"/>
              <a:ext cx="199750" cy="40825"/>
            </a:xfrm>
            <a:custGeom>
              <a:avLst/>
              <a:gdLst/>
              <a:ahLst/>
              <a:cxnLst/>
              <a:rect l="l" t="t" r="r" b="b"/>
              <a:pathLst>
                <a:path w="7990" h="1633" fill="none" extrusionOk="0">
                  <a:moveTo>
                    <a:pt x="7989" y="0"/>
                  </a:moveTo>
                  <a:lnTo>
                    <a:pt x="7989" y="0"/>
                  </a:lnTo>
                  <a:lnTo>
                    <a:pt x="7575" y="366"/>
                  </a:lnTo>
                  <a:lnTo>
                    <a:pt x="7137" y="707"/>
                  </a:lnTo>
                  <a:lnTo>
                    <a:pt x="6650" y="975"/>
                  </a:lnTo>
                  <a:lnTo>
                    <a:pt x="6163" y="1218"/>
                  </a:lnTo>
                  <a:lnTo>
                    <a:pt x="5627" y="1389"/>
                  </a:lnTo>
                  <a:lnTo>
                    <a:pt x="5115" y="1535"/>
                  </a:lnTo>
                  <a:lnTo>
                    <a:pt x="4555" y="1608"/>
                  </a:lnTo>
                  <a:lnTo>
                    <a:pt x="3995" y="1632"/>
                  </a:lnTo>
                  <a:lnTo>
                    <a:pt x="3995" y="1632"/>
                  </a:lnTo>
                  <a:lnTo>
                    <a:pt x="3435" y="1608"/>
                  </a:lnTo>
                  <a:lnTo>
                    <a:pt x="2875" y="1535"/>
                  </a:lnTo>
                  <a:lnTo>
                    <a:pt x="2363" y="1389"/>
                  </a:lnTo>
                  <a:lnTo>
                    <a:pt x="1828" y="1218"/>
                  </a:lnTo>
                  <a:lnTo>
                    <a:pt x="1340" y="975"/>
                  </a:lnTo>
                  <a:lnTo>
                    <a:pt x="853" y="707"/>
                  </a:lnTo>
                  <a:lnTo>
                    <a:pt x="415" y="366"/>
                  </a:lnTo>
                  <a:lnTo>
                    <a:pt x="1" y="0"/>
                  </a:lnTo>
                </a:path>
              </a:pathLst>
            </a:custGeom>
            <a:grpFill/>
            <a:ln w="12175" cap="rnd" cmpd="sng">
              <a:solidFill>
                <a:schemeClr val="accent4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975;p46"/>
          <p:cNvGrpSpPr/>
          <p:nvPr/>
        </p:nvGrpSpPr>
        <p:grpSpPr>
          <a:xfrm>
            <a:off x="7134470" y="2587372"/>
            <a:ext cx="795710" cy="745943"/>
            <a:chOff x="1278900" y="2333250"/>
            <a:chExt cx="381175" cy="381175"/>
          </a:xfrm>
          <a:solidFill>
            <a:schemeClr val="tx1"/>
          </a:solidFill>
        </p:grpSpPr>
        <p:sp>
          <p:nvSpPr>
            <p:cNvPr id="19" name="Google Shape;976;p46"/>
            <p:cNvSpPr/>
            <p:nvPr/>
          </p:nvSpPr>
          <p:spPr>
            <a:xfrm>
              <a:off x="1278900" y="2333250"/>
              <a:ext cx="381175" cy="381175"/>
            </a:xfrm>
            <a:custGeom>
              <a:avLst/>
              <a:gdLst/>
              <a:ahLst/>
              <a:cxnLst/>
              <a:rect l="l" t="t" r="r" b="b"/>
              <a:pathLst>
                <a:path w="15247" h="15247" fill="none" extrusionOk="0">
                  <a:moveTo>
                    <a:pt x="7623" y="0"/>
                  </a:moveTo>
                  <a:lnTo>
                    <a:pt x="7623" y="0"/>
                  </a:lnTo>
                  <a:lnTo>
                    <a:pt x="7233" y="0"/>
                  </a:lnTo>
                  <a:lnTo>
                    <a:pt x="6844" y="49"/>
                  </a:lnTo>
                  <a:lnTo>
                    <a:pt x="6454" y="98"/>
                  </a:lnTo>
                  <a:lnTo>
                    <a:pt x="6089" y="147"/>
                  </a:lnTo>
                  <a:lnTo>
                    <a:pt x="5723" y="244"/>
                  </a:lnTo>
                  <a:lnTo>
                    <a:pt x="5358" y="341"/>
                  </a:lnTo>
                  <a:lnTo>
                    <a:pt x="4993" y="463"/>
                  </a:lnTo>
                  <a:lnTo>
                    <a:pt x="4652" y="609"/>
                  </a:lnTo>
                  <a:lnTo>
                    <a:pt x="4311" y="755"/>
                  </a:lnTo>
                  <a:lnTo>
                    <a:pt x="3994" y="926"/>
                  </a:lnTo>
                  <a:lnTo>
                    <a:pt x="3678" y="1096"/>
                  </a:lnTo>
                  <a:lnTo>
                    <a:pt x="3361" y="1291"/>
                  </a:lnTo>
                  <a:lnTo>
                    <a:pt x="3069" y="1510"/>
                  </a:lnTo>
                  <a:lnTo>
                    <a:pt x="2777" y="1730"/>
                  </a:lnTo>
                  <a:lnTo>
                    <a:pt x="2509" y="1973"/>
                  </a:lnTo>
                  <a:lnTo>
                    <a:pt x="2241" y="2241"/>
                  </a:lnTo>
                  <a:lnTo>
                    <a:pt x="1973" y="2509"/>
                  </a:lnTo>
                  <a:lnTo>
                    <a:pt x="1729" y="2777"/>
                  </a:lnTo>
                  <a:lnTo>
                    <a:pt x="1510" y="3069"/>
                  </a:lnTo>
                  <a:lnTo>
                    <a:pt x="1291" y="3361"/>
                  </a:lnTo>
                  <a:lnTo>
                    <a:pt x="1096" y="3678"/>
                  </a:lnTo>
                  <a:lnTo>
                    <a:pt x="926" y="3995"/>
                  </a:lnTo>
                  <a:lnTo>
                    <a:pt x="755" y="4311"/>
                  </a:lnTo>
                  <a:lnTo>
                    <a:pt x="609" y="4652"/>
                  </a:lnTo>
                  <a:lnTo>
                    <a:pt x="463" y="4993"/>
                  </a:lnTo>
                  <a:lnTo>
                    <a:pt x="341" y="5358"/>
                  </a:lnTo>
                  <a:lnTo>
                    <a:pt x="244" y="5724"/>
                  </a:lnTo>
                  <a:lnTo>
                    <a:pt x="146" y="6089"/>
                  </a:lnTo>
                  <a:lnTo>
                    <a:pt x="97" y="6454"/>
                  </a:lnTo>
                  <a:lnTo>
                    <a:pt x="49" y="6844"/>
                  </a:lnTo>
                  <a:lnTo>
                    <a:pt x="0" y="7234"/>
                  </a:lnTo>
                  <a:lnTo>
                    <a:pt x="0" y="7623"/>
                  </a:lnTo>
                  <a:lnTo>
                    <a:pt x="0" y="7623"/>
                  </a:lnTo>
                  <a:lnTo>
                    <a:pt x="0" y="8013"/>
                  </a:lnTo>
                  <a:lnTo>
                    <a:pt x="49" y="8403"/>
                  </a:lnTo>
                  <a:lnTo>
                    <a:pt x="97" y="8793"/>
                  </a:lnTo>
                  <a:lnTo>
                    <a:pt x="146" y="9158"/>
                  </a:lnTo>
                  <a:lnTo>
                    <a:pt x="244" y="9523"/>
                  </a:lnTo>
                  <a:lnTo>
                    <a:pt x="341" y="9889"/>
                  </a:lnTo>
                  <a:lnTo>
                    <a:pt x="463" y="10254"/>
                  </a:lnTo>
                  <a:lnTo>
                    <a:pt x="609" y="10595"/>
                  </a:lnTo>
                  <a:lnTo>
                    <a:pt x="755" y="10936"/>
                  </a:lnTo>
                  <a:lnTo>
                    <a:pt x="926" y="11252"/>
                  </a:lnTo>
                  <a:lnTo>
                    <a:pt x="1096" y="11569"/>
                  </a:lnTo>
                  <a:lnTo>
                    <a:pt x="1291" y="11886"/>
                  </a:lnTo>
                  <a:lnTo>
                    <a:pt x="1510" y="12178"/>
                  </a:lnTo>
                  <a:lnTo>
                    <a:pt x="1729" y="12470"/>
                  </a:lnTo>
                  <a:lnTo>
                    <a:pt x="1973" y="12738"/>
                  </a:lnTo>
                  <a:lnTo>
                    <a:pt x="2241" y="13006"/>
                  </a:lnTo>
                  <a:lnTo>
                    <a:pt x="2509" y="13274"/>
                  </a:lnTo>
                  <a:lnTo>
                    <a:pt x="2777" y="13517"/>
                  </a:lnTo>
                  <a:lnTo>
                    <a:pt x="3069" y="13737"/>
                  </a:lnTo>
                  <a:lnTo>
                    <a:pt x="3361" y="13956"/>
                  </a:lnTo>
                  <a:lnTo>
                    <a:pt x="3678" y="14151"/>
                  </a:lnTo>
                  <a:lnTo>
                    <a:pt x="3994" y="14321"/>
                  </a:lnTo>
                  <a:lnTo>
                    <a:pt x="4311" y="14492"/>
                  </a:lnTo>
                  <a:lnTo>
                    <a:pt x="4652" y="14638"/>
                  </a:lnTo>
                  <a:lnTo>
                    <a:pt x="4993" y="14784"/>
                  </a:lnTo>
                  <a:lnTo>
                    <a:pt x="5358" y="14906"/>
                  </a:lnTo>
                  <a:lnTo>
                    <a:pt x="5723" y="15003"/>
                  </a:lnTo>
                  <a:lnTo>
                    <a:pt x="6089" y="15100"/>
                  </a:lnTo>
                  <a:lnTo>
                    <a:pt x="6454" y="15149"/>
                  </a:lnTo>
                  <a:lnTo>
                    <a:pt x="6844" y="15198"/>
                  </a:lnTo>
                  <a:lnTo>
                    <a:pt x="7233" y="15247"/>
                  </a:lnTo>
                  <a:lnTo>
                    <a:pt x="7623" y="15247"/>
                  </a:lnTo>
                  <a:lnTo>
                    <a:pt x="7623" y="15247"/>
                  </a:lnTo>
                  <a:lnTo>
                    <a:pt x="8013" y="15247"/>
                  </a:lnTo>
                  <a:lnTo>
                    <a:pt x="8403" y="15198"/>
                  </a:lnTo>
                  <a:lnTo>
                    <a:pt x="8792" y="15149"/>
                  </a:lnTo>
                  <a:lnTo>
                    <a:pt x="9158" y="15100"/>
                  </a:lnTo>
                  <a:lnTo>
                    <a:pt x="9523" y="15003"/>
                  </a:lnTo>
                  <a:lnTo>
                    <a:pt x="9888" y="14906"/>
                  </a:lnTo>
                  <a:lnTo>
                    <a:pt x="10253" y="14784"/>
                  </a:lnTo>
                  <a:lnTo>
                    <a:pt x="10594" y="14638"/>
                  </a:lnTo>
                  <a:lnTo>
                    <a:pt x="10935" y="14492"/>
                  </a:lnTo>
                  <a:lnTo>
                    <a:pt x="11252" y="14321"/>
                  </a:lnTo>
                  <a:lnTo>
                    <a:pt x="11569" y="14151"/>
                  </a:lnTo>
                  <a:lnTo>
                    <a:pt x="11885" y="13956"/>
                  </a:lnTo>
                  <a:lnTo>
                    <a:pt x="12178" y="13737"/>
                  </a:lnTo>
                  <a:lnTo>
                    <a:pt x="12470" y="13517"/>
                  </a:lnTo>
                  <a:lnTo>
                    <a:pt x="12738" y="13274"/>
                  </a:lnTo>
                  <a:lnTo>
                    <a:pt x="13006" y="13006"/>
                  </a:lnTo>
                  <a:lnTo>
                    <a:pt x="13273" y="12738"/>
                  </a:lnTo>
                  <a:lnTo>
                    <a:pt x="13517" y="12470"/>
                  </a:lnTo>
                  <a:lnTo>
                    <a:pt x="13736" y="12178"/>
                  </a:lnTo>
                  <a:lnTo>
                    <a:pt x="13955" y="11886"/>
                  </a:lnTo>
                  <a:lnTo>
                    <a:pt x="14150" y="11569"/>
                  </a:lnTo>
                  <a:lnTo>
                    <a:pt x="14321" y="11252"/>
                  </a:lnTo>
                  <a:lnTo>
                    <a:pt x="14491" y="10936"/>
                  </a:lnTo>
                  <a:lnTo>
                    <a:pt x="14637" y="10595"/>
                  </a:lnTo>
                  <a:lnTo>
                    <a:pt x="14783" y="10254"/>
                  </a:lnTo>
                  <a:lnTo>
                    <a:pt x="14905" y="9889"/>
                  </a:lnTo>
                  <a:lnTo>
                    <a:pt x="15003" y="9523"/>
                  </a:lnTo>
                  <a:lnTo>
                    <a:pt x="15100" y="9158"/>
                  </a:lnTo>
                  <a:lnTo>
                    <a:pt x="15149" y="8793"/>
                  </a:lnTo>
                  <a:lnTo>
                    <a:pt x="15198" y="8403"/>
                  </a:lnTo>
                  <a:lnTo>
                    <a:pt x="15246" y="8013"/>
                  </a:lnTo>
                  <a:lnTo>
                    <a:pt x="15246" y="7623"/>
                  </a:lnTo>
                  <a:lnTo>
                    <a:pt x="15246" y="7623"/>
                  </a:lnTo>
                  <a:lnTo>
                    <a:pt x="15246" y="7234"/>
                  </a:lnTo>
                  <a:lnTo>
                    <a:pt x="15198" y="6844"/>
                  </a:lnTo>
                  <a:lnTo>
                    <a:pt x="15149" y="6454"/>
                  </a:lnTo>
                  <a:lnTo>
                    <a:pt x="15100" y="6089"/>
                  </a:lnTo>
                  <a:lnTo>
                    <a:pt x="15003" y="5724"/>
                  </a:lnTo>
                  <a:lnTo>
                    <a:pt x="14905" y="5358"/>
                  </a:lnTo>
                  <a:lnTo>
                    <a:pt x="14783" y="4993"/>
                  </a:lnTo>
                  <a:lnTo>
                    <a:pt x="14637" y="4652"/>
                  </a:lnTo>
                  <a:lnTo>
                    <a:pt x="14491" y="4311"/>
                  </a:lnTo>
                  <a:lnTo>
                    <a:pt x="14321" y="3995"/>
                  </a:lnTo>
                  <a:lnTo>
                    <a:pt x="14150" y="3678"/>
                  </a:lnTo>
                  <a:lnTo>
                    <a:pt x="13955" y="3361"/>
                  </a:lnTo>
                  <a:lnTo>
                    <a:pt x="13736" y="3069"/>
                  </a:lnTo>
                  <a:lnTo>
                    <a:pt x="13517" y="2777"/>
                  </a:lnTo>
                  <a:lnTo>
                    <a:pt x="13273" y="2509"/>
                  </a:lnTo>
                  <a:lnTo>
                    <a:pt x="13006" y="2241"/>
                  </a:lnTo>
                  <a:lnTo>
                    <a:pt x="12738" y="1973"/>
                  </a:lnTo>
                  <a:lnTo>
                    <a:pt x="12470" y="1730"/>
                  </a:lnTo>
                  <a:lnTo>
                    <a:pt x="12178" y="1510"/>
                  </a:lnTo>
                  <a:lnTo>
                    <a:pt x="11885" y="1291"/>
                  </a:lnTo>
                  <a:lnTo>
                    <a:pt x="11569" y="1096"/>
                  </a:lnTo>
                  <a:lnTo>
                    <a:pt x="11252" y="926"/>
                  </a:lnTo>
                  <a:lnTo>
                    <a:pt x="10935" y="755"/>
                  </a:lnTo>
                  <a:lnTo>
                    <a:pt x="10594" y="609"/>
                  </a:lnTo>
                  <a:lnTo>
                    <a:pt x="10253" y="463"/>
                  </a:lnTo>
                  <a:lnTo>
                    <a:pt x="9888" y="341"/>
                  </a:lnTo>
                  <a:lnTo>
                    <a:pt x="9523" y="244"/>
                  </a:lnTo>
                  <a:lnTo>
                    <a:pt x="9158" y="147"/>
                  </a:lnTo>
                  <a:lnTo>
                    <a:pt x="8792" y="98"/>
                  </a:lnTo>
                  <a:lnTo>
                    <a:pt x="8403" y="49"/>
                  </a:lnTo>
                  <a:lnTo>
                    <a:pt x="8013" y="0"/>
                  </a:lnTo>
                  <a:lnTo>
                    <a:pt x="7623" y="0"/>
                  </a:lnTo>
                  <a:lnTo>
                    <a:pt x="7623" y="0"/>
                  </a:lnTo>
                </a:path>
              </a:pathLst>
            </a:custGeom>
            <a:grpFill/>
            <a:ln w="12175" cap="rnd" cmpd="sng">
              <a:solidFill>
                <a:schemeClr val="accent4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977;p46"/>
            <p:cNvSpPr/>
            <p:nvPr/>
          </p:nvSpPr>
          <p:spPr>
            <a:xfrm>
              <a:off x="1525475" y="2503125"/>
              <a:ext cx="43875" cy="47525"/>
            </a:xfrm>
            <a:custGeom>
              <a:avLst/>
              <a:gdLst/>
              <a:ahLst/>
              <a:cxnLst/>
              <a:rect l="l" t="t" r="r" b="b"/>
              <a:pathLst>
                <a:path w="1755" h="1901" fill="none" extrusionOk="0">
                  <a:moveTo>
                    <a:pt x="878" y="0"/>
                  </a:moveTo>
                  <a:lnTo>
                    <a:pt x="878" y="0"/>
                  </a:lnTo>
                  <a:lnTo>
                    <a:pt x="1048" y="25"/>
                  </a:lnTo>
                  <a:lnTo>
                    <a:pt x="1219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9" y="1827"/>
                  </a:lnTo>
                  <a:lnTo>
                    <a:pt x="1048" y="1876"/>
                  </a:lnTo>
                  <a:lnTo>
                    <a:pt x="878" y="1900"/>
                  </a:lnTo>
                  <a:lnTo>
                    <a:pt x="878" y="1900"/>
                  </a:lnTo>
                  <a:lnTo>
                    <a:pt x="707" y="1876"/>
                  </a:lnTo>
                  <a:lnTo>
                    <a:pt x="537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7" y="73"/>
                  </a:lnTo>
                  <a:lnTo>
                    <a:pt x="707" y="25"/>
                  </a:lnTo>
                  <a:lnTo>
                    <a:pt x="878" y="0"/>
                  </a:lnTo>
                  <a:lnTo>
                    <a:pt x="878" y="0"/>
                  </a:lnTo>
                </a:path>
              </a:pathLst>
            </a:custGeom>
            <a:grpFill/>
            <a:ln w="12175" cap="rnd" cmpd="sng">
              <a:solidFill>
                <a:schemeClr val="accent4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978;p46"/>
            <p:cNvSpPr/>
            <p:nvPr/>
          </p:nvSpPr>
          <p:spPr>
            <a:xfrm>
              <a:off x="1369600" y="2503125"/>
              <a:ext cx="43875" cy="47525"/>
            </a:xfrm>
            <a:custGeom>
              <a:avLst/>
              <a:gdLst/>
              <a:ahLst/>
              <a:cxnLst/>
              <a:rect l="l" t="t" r="r" b="b"/>
              <a:pathLst>
                <a:path w="1755" h="1901" fill="none" extrusionOk="0">
                  <a:moveTo>
                    <a:pt x="878" y="0"/>
                  </a:moveTo>
                  <a:lnTo>
                    <a:pt x="878" y="0"/>
                  </a:lnTo>
                  <a:lnTo>
                    <a:pt x="1048" y="25"/>
                  </a:lnTo>
                  <a:lnTo>
                    <a:pt x="1219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9" y="1827"/>
                  </a:lnTo>
                  <a:lnTo>
                    <a:pt x="1048" y="1876"/>
                  </a:lnTo>
                  <a:lnTo>
                    <a:pt x="878" y="1900"/>
                  </a:lnTo>
                  <a:lnTo>
                    <a:pt x="878" y="1900"/>
                  </a:lnTo>
                  <a:lnTo>
                    <a:pt x="707" y="1876"/>
                  </a:lnTo>
                  <a:lnTo>
                    <a:pt x="537" y="1827"/>
                  </a:lnTo>
                  <a:lnTo>
                    <a:pt x="391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1" y="171"/>
                  </a:lnTo>
                  <a:lnTo>
                    <a:pt x="537" y="73"/>
                  </a:lnTo>
                  <a:lnTo>
                    <a:pt x="707" y="25"/>
                  </a:lnTo>
                  <a:lnTo>
                    <a:pt x="878" y="0"/>
                  </a:lnTo>
                  <a:lnTo>
                    <a:pt x="878" y="0"/>
                  </a:lnTo>
                </a:path>
              </a:pathLst>
            </a:custGeom>
            <a:grpFill/>
            <a:ln w="12175" cap="rnd" cmpd="sng">
              <a:solidFill>
                <a:schemeClr val="accent4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979;p46"/>
            <p:cNvSpPr/>
            <p:nvPr/>
          </p:nvSpPr>
          <p:spPr>
            <a:xfrm>
              <a:off x="1369600" y="2604200"/>
              <a:ext cx="199750" cy="40825"/>
            </a:xfrm>
            <a:custGeom>
              <a:avLst/>
              <a:gdLst/>
              <a:ahLst/>
              <a:cxnLst/>
              <a:rect l="l" t="t" r="r" b="b"/>
              <a:pathLst>
                <a:path w="7990" h="1633" fill="none" extrusionOk="0">
                  <a:moveTo>
                    <a:pt x="7989" y="0"/>
                  </a:moveTo>
                  <a:lnTo>
                    <a:pt x="7989" y="0"/>
                  </a:lnTo>
                  <a:lnTo>
                    <a:pt x="7575" y="366"/>
                  </a:lnTo>
                  <a:lnTo>
                    <a:pt x="7137" y="707"/>
                  </a:lnTo>
                  <a:lnTo>
                    <a:pt x="6650" y="975"/>
                  </a:lnTo>
                  <a:lnTo>
                    <a:pt x="6163" y="1218"/>
                  </a:lnTo>
                  <a:lnTo>
                    <a:pt x="5627" y="1389"/>
                  </a:lnTo>
                  <a:lnTo>
                    <a:pt x="5115" y="1535"/>
                  </a:lnTo>
                  <a:lnTo>
                    <a:pt x="4555" y="1608"/>
                  </a:lnTo>
                  <a:lnTo>
                    <a:pt x="3995" y="1632"/>
                  </a:lnTo>
                  <a:lnTo>
                    <a:pt x="3995" y="1632"/>
                  </a:lnTo>
                  <a:lnTo>
                    <a:pt x="3435" y="1608"/>
                  </a:lnTo>
                  <a:lnTo>
                    <a:pt x="2875" y="1535"/>
                  </a:lnTo>
                  <a:lnTo>
                    <a:pt x="2363" y="1389"/>
                  </a:lnTo>
                  <a:lnTo>
                    <a:pt x="1828" y="1218"/>
                  </a:lnTo>
                  <a:lnTo>
                    <a:pt x="1340" y="975"/>
                  </a:lnTo>
                  <a:lnTo>
                    <a:pt x="853" y="707"/>
                  </a:lnTo>
                  <a:lnTo>
                    <a:pt x="415" y="366"/>
                  </a:lnTo>
                  <a:lnTo>
                    <a:pt x="1" y="0"/>
                  </a:lnTo>
                </a:path>
              </a:pathLst>
            </a:custGeom>
            <a:grpFill/>
            <a:ln w="12175" cap="rnd" cmpd="sng">
              <a:solidFill>
                <a:schemeClr val="accent4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" name="Google Shape;975;p46"/>
          <p:cNvGrpSpPr/>
          <p:nvPr/>
        </p:nvGrpSpPr>
        <p:grpSpPr>
          <a:xfrm>
            <a:off x="5154745" y="2587372"/>
            <a:ext cx="795710" cy="745943"/>
            <a:chOff x="1278900" y="2333250"/>
            <a:chExt cx="381175" cy="381175"/>
          </a:xfrm>
          <a:solidFill>
            <a:schemeClr val="tx1"/>
          </a:solidFill>
        </p:grpSpPr>
        <p:sp>
          <p:nvSpPr>
            <p:cNvPr id="24" name="Google Shape;976;p46"/>
            <p:cNvSpPr/>
            <p:nvPr/>
          </p:nvSpPr>
          <p:spPr>
            <a:xfrm>
              <a:off x="1278900" y="2333250"/>
              <a:ext cx="381175" cy="381175"/>
            </a:xfrm>
            <a:custGeom>
              <a:avLst/>
              <a:gdLst/>
              <a:ahLst/>
              <a:cxnLst/>
              <a:rect l="l" t="t" r="r" b="b"/>
              <a:pathLst>
                <a:path w="15247" h="15247" fill="none" extrusionOk="0">
                  <a:moveTo>
                    <a:pt x="7623" y="0"/>
                  </a:moveTo>
                  <a:lnTo>
                    <a:pt x="7623" y="0"/>
                  </a:lnTo>
                  <a:lnTo>
                    <a:pt x="7233" y="0"/>
                  </a:lnTo>
                  <a:lnTo>
                    <a:pt x="6844" y="49"/>
                  </a:lnTo>
                  <a:lnTo>
                    <a:pt x="6454" y="98"/>
                  </a:lnTo>
                  <a:lnTo>
                    <a:pt x="6089" y="147"/>
                  </a:lnTo>
                  <a:lnTo>
                    <a:pt x="5723" y="244"/>
                  </a:lnTo>
                  <a:lnTo>
                    <a:pt x="5358" y="341"/>
                  </a:lnTo>
                  <a:lnTo>
                    <a:pt x="4993" y="463"/>
                  </a:lnTo>
                  <a:lnTo>
                    <a:pt x="4652" y="609"/>
                  </a:lnTo>
                  <a:lnTo>
                    <a:pt x="4311" y="755"/>
                  </a:lnTo>
                  <a:lnTo>
                    <a:pt x="3994" y="926"/>
                  </a:lnTo>
                  <a:lnTo>
                    <a:pt x="3678" y="1096"/>
                  </a:lnTo>
                  <a:lnTo>
                    <a:pt x="3361" y="1291"/>
                  </a:lnTo>
                  <a:lnTo>
                    <a:pt x="3069" y="1510"/>
                  </a:lnTo>
                  <a:lnTo>
                    <a:pt x="2777" y="1730"/>
                  </a:lnTo>
                  <a:lnTo>
                    <a:pt x="2509" y="1973"/>
                  </a:lnTo>
                  <a:lnTo>
                    <a:pt x="2241" y="2241"/>
                  </a:lnTo>
                  <a:lnTo>
                    <a:pt x="1973" y="2509"/>
                  </a:lnTo>
                  <a:lnTo>
                    <a:pt x="1729" y="2777"/>
                  </a:lnTo>
                  <a:lnTo>
                    <a:pt x="1510" y="3069"/>
                  </a:lnTo>
                  <a:lnTo>
                    <a:pt x="1291" y="3361"/>
                  </a:lnTo>
                  <a:lnTo>
                    <a:pt x="1096" y="3678"/>
                  </a:lnTo>
                  <a:lnTo>
                    <a:pt x="926" y="3995"/>
                  </a:lnTo>
                  <a:lnTo>
                    <a:pt x="755" y="4311"/>
                  </a:lnTo>
                  <a:lnTo>
                    <a:pt x="609" y="4652"/>
                  </a:lnTo>
                  <a:lnTo>
                    <a:pt x="463" y="4993"/>
                  </a:lnTo>
                  <a:lnTo>
                    <a:pt x="341" y="5358"/>
                  </a:lnTo>
                  <a:lnTo>
                    <a:pt x="244" y="5724"/>
                  </a:lnTo>
                  <a:lnTo>
                    <a:pt x="146" y="6089"/>
                  </a:lnTo>
                  <a:lnTo>
                    <a:pt x="97" y="6454"/>
                  </a:lnTo>
                  <a:lnTo>
                    <a:pt x="49" y="6844"/>
                  </a:lnTo>
                  <a:lnTo>
                    <a:pt x="0" y="7234"/>
                  </a:lnTo>
                  <a:lnTo>
                    <a:pt x="0" y="7623"/>
                  </a:lnTo>
                  <a:lnTo>
                    <a:pt x="0" y="7623"/>
                  </a:lnTo>
                  <a:lnTo>
                    <a:pt x="0" y="8013"/>
                  </a:lnTo>
                  <a:lnTo>
                    <a:pt x="49" y="8403"/>
                  </a:lnTo>
                  <a:lnTo>
                    <a:pt x="97" y="8793"/>
                  </a:lnTo>
                  <a:lnTo>
                    <a:pt x="146" y="9158"/>
                  </a:lnTo>
                  <a:lnTo>
                    <a:pt x="244" y="9523"/>
                  </a:lnTo>
                  <a:lnTo>
                    <a:pt x="341" y="9889"/>
                  </a:lnTo>
                  <a:lnTo>
                    <a:pt x="463" y="10254"/>
                  </a:lnTo>
                  <a:lnTo>
                    <a:pt x="609" y="10595"/>
                  </a:lnTo>
                  <a:lnTo>
                    <a:pt x="755" y="10936"/>
                  </a:lnTo>
                  <a:lnTo>
                    <a:pt x="926" y="11252"/>
                  </a:lnTo>
                  <a:lnTo>
                    <a:pt x="1096" y="11569"/>
                  </a:lnTo>
                  <a:lnTo>
                    <a:pt x="1291" y="11886"/>
                  </a:lnTo>
                  <a:lnTo>
                    <a:pt x="1510" y="12178"/>
                  </a:lnTo>
                  <a:lnTo>
                    <a:pt x="1729" y="12470"/>
                  </a:lnTo>
                  <a:lnTo>
                    <a:pt x="1973" y="12738"/>
                  </a:lnTo>
                  <a:lnTo>
                    <a:pt x="2241" y="13006"/>
                  </a:lnTo>
                  <a:lnTo>
                    <a:pt x="2509" y="13274"/>
                  </a:lnTo>
                  <a:lnTo>
                    <a:pt x="2777" y="13517"/>
                  </a:lnTo>
                  <a:lnTo>
                    <a:pt x="3069" y="13737"/>
                  </a:lnTo>
                  <a:lnTo>
                    <a:pt x="3361" y="13956"/>
                  </a:lnTo>
                  <a:lnTo>
                    <a:pt x="3678" y="14151"/>
                  </a:lnTo>
                  <a:lnTo>
                    <a:pt x="3994" y="14321"/>
                  </a:lnTo>
                  <a:lnTo>
                    <a:pt x="4311" y="14492"/>
                  </a:lnTo>
                  <a:lnTo>
                    <a:pt x="4652" y="14638"/>
                  </a:lnTo>
                  <a:lnTo>
                    <a:pt x="4993" y="14784"/>
                  </a:lnTo>
                  <a:lnTo>
                    <a:pt x="5358" y="14906"/>
                  </a:lnTo>
                  <a:lnTo>
                    <a:pt x="5723" y="15003"/>
                  </a:lnTo>
                  <a:lnTo>
                    <a:pt x="6089" y="15100"/>
                  </a:lnTo>
                  <a:lnTo>
                    <a:pt x="6454" y="15149"/>
                  </a:lnTo>
                  <a:lnTo>
                    <a:pt x="6844" y="15198"/>
                  </a:lnTo>
                  <a:lnTo>
                    <a:pt x="7233" y="15247"/>
                  </a:lnTo>
                  <a:lnTo>
                    <a:pt x="7623" y="15247"/>
                  </a:lnTo>
                  <a:lnTo>
                    <a:pt x="7623" y="15247"/>
                  </a:lnTo>
                  <a:lnTo>
                    <a:pt x="8013" y="15247"/>
                  </a:lnTo>
                  <a:lnTo>
                    <a:pt x="8403" y="15198"/>
                  </a:lnTo>
                  <a:lnTo>
                    <a:pt x="8792" y="15149"/>
                  </a:lnTo>
                  <a:lnTo>
                    <a:pt x="9158" y="15100"/>
                  </a:lnTo>
                  <a:lnTo>
                    <a:pt x="9523" y="15003"/>
                  </a:lnTo>
                  <a:lnTo>
                    <a:pt x="9888" y="14906"/>
                  </a:lnTo>
                  <a:lnTo>
                    <a:pt x="10253" y="14784"/>
                  </a:lnTo>
                  <a:lnTo>
                    <a:pt x="10594" y="14638"/>
                  </a:lnTo>
                  <a:lnTo>
                    <a:pt x="10935" y="14492"/>
                  </a:lnTo>
                  <a:lnTo>
                    <a:pt x="11252" y="14321"/>
                  </a:lnTo>
                  <a:lnTo>
                    <a:pt x="11569" y="14151"/>
                  </a:lnTo>
                  <a:lnTo>
                    <a:pt x="11885" y="13956"/>
                  </a:lnTo>
                  <a:lnTo>
                    <a:pt x="12178" y="13737"/>
                  </a:lnTo>
                  <a:lnTo>
                    <a:pt x="12470" y="13517"/>
                  </a:lnTo>
                  <a:lnTo>
                    <a:pt x="12738" y="13274"/>
                  </a:lnTo>
                  <a:lnTo>
                    <a:pt x="13006" y="13006"/>
                  </a:lnTo>
                  <a:lnTo>
                    <a:pt x="13273" y="12738"/>
                  </a:lnTo>
                  <a:lnTo>
                    <a:pt x="13517" y="12470"/>
                  </a:lnTo>
                  <a:lnTo>
                    <a:pt x="13736" y="12178"/>
                  </a:lnTo>
                  <a:lnTo>
                    <a:pt x="13955" y="11886"/>
                  </a:lnTo>
                  <a:lnTo>
                    <a:pt x="14150" y="11569"/>
                  </a:lnTo>
                  <a:lnTo>
                    <a:pt x="14321" y="11252"/>
                  </a:lnTo>
                  <a:lnTo>
                    <a:pt x="14491" y="10936"/>
                  </a:lnTo>
                  <a:lnTo>
                    <a:pt x="14637" y="10595"/>
                  </a:lnTo>
                  <a:lnTo>
                    <a:pt x="14783" y="10254"/>
                  </a:lnTo>
                  <a:lnTo>
                    <a:pt x="14905" y="9889"/>
                  </a:lnTo>
                  <a:lnTo>
                    <a:pt x="15003" y="9523"/>
                  </a:lnTo>
                  <a:lnTo>
                    <a:pt x="15100" y="9158"/>
                  </a:lnTo>
                  <a:lnTo>
                    <a:pt x="15149" y="8793"/>
                  </a:lnTo>
                  <a:lnTo>
                    <a:pt x="15198" y="8403"/>
                  </a:lnTo>
                  <a:lnTo>
                    <a:pt x="15246" y="8013"/>
                  </a:lnTo>
                  <a:lnTo>
                    <a:pt x="15246" y="7623"/>
                  </a:lnTo>
                  <a:lnTo>
                    <a:pt x="15246" y="7623"/>
                  </a:lnTo>
                  <a:lnTo>
                    <a:pt x="15246" y="7234"/>
                  </a:lnTo>
                  <a:lnTo>
                    <a:pt x="15198" y="6844"/>
                  </a:lnTo>
                  <a:lnTo>
                    <a:pt x="15149" y="6454"/>
                  </a:lnTo>
                  <a:lnTo>
                    <a:pt x="15100" y="6089"/>
                  </a:lnTo>
                  <a:lnTo>
                    <a:pt x="15003" y="5724"/>
                  </a:lnTo>
                  <a:lnTo>
                    <a:pt x="14905" y="5358"/>
                  </a:lnTo>
                  <a:lnTo>
                    <a:pt x="14783" y="4993"/>
                  </a:lnTo>
                  <a:lnTo>
                    <a:pt x="14637" y="4652"/>
                  </a:lnTo>
                  <a:lnTo>
                    <a:pt x="14491" y="4311"/>
                  </a:lnTo>
                  <a:lnTo>
                    <a:pt x="14321" y="3995"/>
                  </a:lnTo>
                  <a:lnTo>
                    <a:pt x="14150" y="3678"/>
                  </a:lnTo>
                  <a:lnTo>
                    <a:pt x="13955" y="3361"/>
                  </a:lnTo>
                  <a:lnTo>
                    <a:pt x="13736" y="3069"/>
                  </a:lnTo>
                  <a:lnTo>
                    <a:pt x="13517" y="2777"/>
                  </a:lnTo>
                  <a:lnTo>
                    <a:pt x="13273" y="2509"/>
                  </a:lnTo>
                  <a:lnTo>
                    <a:pt x="13006" y="2241"/>
                  </a:lnTo>
                  <a:lnTo>
                    <a:pt x="12738" y="1973"/>
                  </a:lnTo>
                  <a:lnTo>
                    <a:pt x="12470" y="1730"/>
                  </a:lnTo>
                  <a:lnTo>
                    <a:pt x="12178" y="1510"/>
                  </a:lnTo>
                  <a:lnTo>
                    <a:pt x="11885" y="1291"/>
                  </a:lnTo>
                  <a:lnTo>
                    <a:pt x="11569" y="1096"/>
                  </a:lnTo>
                  <a:lnTo>
                    <a:pt x="11252" y="926"/>
                  </a:lnTo>
                  <a:lnTo>
                    <a:pt x="10935" y="755"/>
                  </a:lnTo>
                  <a:lnTo>
                    <a:pt x="10594" y="609"/>
                  </a:lnTo>
                  <a:lnTo>
                    <a:pt x="10253" y="463"/>
                  </a:lnTo>
                  <a:lnTo>
                    <a:pt x="9888" y="341"/>
                  </a:lnTo>
                  <a:lnTo>
                    <a:pt x="9523" y="244"/>
                  </a:lnTo>
                  <a:lnTo>
                    <a:pt x="9158" y="147"/>
                  </a:lnTo>
                  <a:lnTo>
                    <a:pt x="8792" y="98"/>
                  </a:lnTo>
                  <a:lnTo>
                    <a:pt x="8403" y="49"/>
                  </a:lnTo>
                  <a:lnTo>
                    <a:pt x="8013" y="0"/>
                  </a:lnTo>
                  <a:lnTo>
                    <a:pt x="7623" y="0"/>
                  </a:lnTo>
                  <a:lnTo>
                    <a:pt x="7623" y="0"/>
                  </a:lnTo>
                </a:path>
              </a:pathLst>
            </a:custGeom>
            <a:grpFill/>
            <a:ln w="12175" cap="rnd" cmpd="sng">
              <a:solidFill>
                <a:schemeClr val="accent4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977;p46"/>
            <p:cNvSpPr/>
            <p:nvPr/>
          </p:nvSpPr>
          <p:spPr>
            <a:xfrm>
              <a:off x="1525475" y="2503125"/>
              <a:ext cx="43875" cy="47525"/>
            </a:xfrm>
            <a:custGeom>
              <a:avLst/>
              <a:gdLst/>
              <a:ahLst/>
              <a:cxnLst/>
              <a:rect l="l" t="t" r="r" b="b"/>
              <a:pathLst>
                <a:path w="1755" h="1901" fill="none" extrusionOk="0">
                  <a:moveTo>
                    <a:pt x="878" y="0"/>
                  </a:moveTo>
                  <a:lnTo>
                    <a:pt x="878" y="0"/>
                  </a:lnTo>
                  <a:lnTo>
                    <a:pt x="1048" y="25"/>
                  </a:lnTo>
                  <a:lnTo>
                    <a:pt x="1219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9" y="1827"/>
                  </a:lnTo>
                  <a:lnTo>
                    <a:pt x="1048" y="1876"/>
                  </a:lnTo>
                  <a:lnTo>
                    <a:pt x="878" y="1900"/>
                  </a:lnTo>
                  <a:lnTo>
                    <a:pt x="878" y="1900"/>
                  </a:lnTo>
                  <a:lnTo>
                    <a:pt x="707" y="1876"/>
                  </a:lnTo>
                  <a:lnTo>
                    <a:pt x="537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7" y="73"/>
                  </a:lnTo>
                  <a:lnTo>
                    <a:pt x="707" y="25"/>
                  </a:lnTo>
                  <a:lnTo>
                    <a:pt x="878" y="0"/>
                  </a:lnTo>
                  <a:lnTo>
                    <a:pt x="878" y="0"/>
                  </a:lnTo>
                </a:path>
              </a:pathLst>
            </a:custGeom>
            <a:grpFill/>
            <a:ln w="12175" cap="rnd" cmpd="sng">
              <a:solidFill>
                <a:schemeClr val="accent4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978;p46"/>
            <p:cNvSpPr/>
            <p:nvPr/>
          </p:nvSpPr>
          <p:spPr>
            <a:xfrm>
              <a:off x="1369600" y="2503125"/>
              <a:ext cx="43875" cy="47525"/>
            </a:xfrm>
            <a:custGeom>
              <a:avLst/>
              <a:gdLst/>
              <a:ahLst/>
              <a:cxnLst/>
              <a:rect l="l" t="t" r="r" b="b"/>
              <a:pathLst>
                <a:path w="1755" h="1901" fill="none" extrusionOk="0">
                  <a:moveTo>
                    <a:pt x="878" y="0"/>
                  </a:moveTo>
                  <a:lnTo>
                    <a:pt x="878" y="0"/>
                  </a:lnTo>
                  <a:lnTo>
                    <a:pt x="1048" y="25"/>
                  </a:lnTo>
                  <a:lnTo>
                    <a:pt x="1219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9" y="1827"/>
                  </a:lnTo>
                  <a:lnTo>
                    <a:pt x="1048" y="1876"/>
                  </a:lnTo>
                  <a:lnTo>
                    <a:pt x="878" y="1900"/>
                  </a:lnTo>
                  <a:lnTo>
                    <a:pt x="878" y="1900"/>
                  </a:lnTo>
                  <a:lnTo>
                    <a:pt x="707" y="1876"/>
                  </a:lnTo>
                  <a:lnTo>
                    <a:pt x="537" y="1827"/>
                  </a:lnTo>
                  <a:lnTo>
                    <a:pt x="391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1" y="171"/>
                  </a:lnTo>
                  <a:lnTo>
                    <a:pt x="537" y="73"/>
                  </a:lnTo>
                  <a:lnTo>
                    <a:pt x="707" y="25"/>
                  </a:lnTo>
                  <a:lnTo>
                    <a:pt x="878" y="0"/>
                  </a:lnTo>
                  <a:lnTo>
                    <a:pt x="878" y="0"/>
                  </a:lnTo>
                </a:path>
              </a:pathLst>
            </a:custGeom>
            <a:grpFill/>
            <a:ln w="12175" cap="rnd" cmpd="sng">
              <a:solidFill>
                <a:schemeClr val="accent4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979;p46"/>
            <p:cNvSpPr/>
            <p:nvPr/>
          </p:nvSpPr>
          <p:spPr>
            <a:xfrm>
              <a:off x="1369600" y="2604200"/>
              <a:ext cx="199750" cy="40825"/>
            </a:xfrm>
            <a:custGeom>
              <a:avLst/>
              <a:gdLst/>
              <a:ahLst/>
              <a:cxnLst/>
              <a:rect l="l" t="t" r="r" b="b"/>
              <a:pathLst>
                <a:path w="7990" h="1633" fill="none" extrusionOk="0">
                  <a:moveTo>
                    <a:pt x="7989" y="0"/>
                  </a:moveTo>
                  <a:lnTo>
                    <a:pt x="7989" y="0"/>
                  </a:lnTo>
                  <a:lnTo>
                    <a:pt x="7575" y="366"/>
                  </a:lnTo>
                  <a:lnTo>
                    <a:pt x="7137" y="707"/>
                  </a:lnTo>
                  <a:lnTo>
                    <a:pt x="6650" y="975"/>
                  </a:lnTo>
                  <a:lnTo>
                    <a:pt x="6163" y="1218"/>
                  </a:lnTo>
                  <a:lnTo>
                    <a:pt x="5627" y="1389"/>
                  </a:lnTo>
                  <a:lnTo>
                    <a:pt x="5115" y="1535"/>
                  </a:lnTo>
                  <a:lnTo>
                    <a:pt x="4555" y="1608"/>
                  </a:lnTo>
                  <a:lnTo>
                    <a:pt x="3995" y="1632"/>
                  </a:lnTo>
                  <a:lnTo>
                    <a:pt x="3995" y="1632"/>
                  </a:lnTo>
                  <a:lnTo>
                    <a:pt x="3435" y="1608"/>
                  </a:lnTo>
                  <a:lnTo>
                    <a:pt x="2875" y="1535"/>
                  </a:lnTo>
                  <a:lnTo>
                    <a:pt x="2363" y="1389"/>
                  </a:lnTo>
                  <a:lnTo>
                    <a:pt x="1828" y="1218"/>
                  </a:lnTo>
                  <a:lnTo>
                    <a:pt x="1340" y="975"/>
                  </a:lnTo>
                  <a:lnTo>
                    <a:pt x="853" y="707"/>
                  </a:lnTo>
                  <a:lnTo>
                    <a:pt x="415" y="366"/>
                  </a:lnTo>
                  <a:lnTo>
                    <a:pt x="1" y="0"/>
                  </a:lnTo>
                </a:path>
              </a:pathLst>
            </a:custGeom>
            <a:grpFill/>
            <a:ln w="12175" cap="rnd" cmpd="sng">
              <a:solidFill>
                <a:schemeClr val="accent4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" name="Google Shape;975;p46"/>
          <p:cNvGrpSpPr/>
          <p:nvPr/>
        </p:nvGrpSpPr>
        <p:grpSpPr>
          <a:xfrm>
            <a:off x="1195295" y="2587372"/>
            <a:ext cx="795710" cy="745943"/>
            <a:chOff x="1278900" y="2333250"/>
            <a:chExt cx="381175" cy="381175"/>
          </a:xfrm>
          <a:solidFill>
            <a:schemeClr val="tx1"/>
          </a:solidFill>
        </p:grpSpPr>
        <p:sp>
          <p:nvSpPr>
            <p:cNvPr id="29" name="Google Shape;976;p46"/>
            <p:cNvSpPr/>
            <p:nvPr/>
          </p:nvSpPr>
          <p:spPr>
            <a:xfrm>
              <a:off x="1278900" y="2333250"/>
              <a:ext cx="381175" cy="381175"/>
            </a:xfrm>
            <a:custGeom>
              <a:avLst/>
              <a:gdLst/>
              <a:ahLst/>
              <a:cxnLst/>
              <a:rect l="l" t="t" r="r" b="b"/>
              <a:pathLst>
                <a:path w="15247" h="15247" fill="none" extrusionOk="0">
                  <a:moveTo>
                    <a:pt x="7623" y="0"/>
                  </a:moveTo>
                  <a:lnTo>
                    <a:pt x="7623" y="0"/>
                  </a:lnTo>
                  <a:lnTo>
                    <a:pt x="7233" y="0"/>
                  </a:lnTo>
                  <a:lnTo>
                    <a:pt x="6844" y="49"/>
                  </a:lnTo>
                  <a:lnTo>
                    <a:pt x="6454" y="98"/>
                  </a:lnTo>
                  <a:lnTo>
                    <a:pt x="6089" y="147"/>
                  </a:lnTo>
                  <a:lnTo>
                    <a:pt x="5723" y="244"/>
                  </a:lnTo>
                  <a:lnTo>
                    <a:pt x="5358" y="341"/>
                  </a:lnTo>
                  <a:lnTo>
                    <a:pt x="4993" y="463"/>
                  </a:lnTo>
                  <a:lnTo>
                    <a:pt x="4652" y="609"/>
                  </a:lnTo>
                  <a:lnTo>
                    <a:pt x="4311" y="755"/>
                  </a:lnTo>
                  <a:lnTo>
                    <a:pt x="3994" y="926"/>
                  </a:lnTo>
                  <a:lnTo>
                    <a:pt x="3678" y="1096"/>
                  </a:lnTo>
                  <a:lnTo>
                    <a:pt x="3361" y="1291"/>
                  </a:lnTo>
                  <a:lnTo>
                    <a:pt x="3069" y="1510"/>
                  </a:lnTo>
                  <a:lnTo>
                    <a:pt x="2777" y="1730"/>
                  </a:lnTo>
                  <a:lnTo>
                    <a:pt x="2509" y="1973"/>
                  </a:lnTo>
                  <a:lnTo>
                    <a:pt x="2241" y="2241"/>
                  </a:lnTo>
                  <a:lnTo>
                    <a:pt x="1973" y="2509"/>
                  </a:lnTo>
                  <a:lnTo>
                    <a:pt x="1729" y="2777"/>
                  </a:lnTo>
                  <a:lnTo>
                    <a:pt x="1510" y="3069"/>
                  </a:lnTo>
                  <a:lnTo>
                    <a:pt x="1291" y="3361"/>
                  </a:lnTo>
                  <a:lnTo>
                    <a:pt x="1096" y="3678"/>
                  </a:lnTo>
                  <a:lnTo>
                    <a:pt x="926" y="3995"/>
                  </a:lnTo>
                  <a:lnTo>
                    <a:pt x="755" y="4311"/>
                  </a:lnTo>
                  <a:lnTo>
                    <a:pt x="609" y="4652"/>
                  </a:lnTo>
                  <a:lnTo>
                    <a:pt x="463" y="4993"/>
                  </a:lnTo>
                  <a:lnTo>
                    <a:pt x="341" y="5358"/>
                  </a:lnTo>
                  <a:lnTo>
                    <a:pt x="244" y="5724"/>
                  </a:lnTo>
                  <a:lnTo>
                    <a:pt x="146" y="6089"/>
                  </a:lnTo>
                  <a:lnTo>
                    <a:pt x="97" y="6454"/>
                  </a:lnTo>
                  <a:lnTo>
                    <a:pt x="49" y="6844"/>
                  </a:lnTo>
                  <a:lnTo>
                    <a:pt x="0" y="7234"/>
                  </a:lnTo>
                  <a:lnTo>
                    <a:pt x="0" y="7623"/>
                  </a:lnTo>
                  <a:lnTo>
                    <a:pt x="0" y="7623"/>
                  </a:lnTo>
                  <a:lnTo>
                    <a:pt x="0" y="8013"/>
                  </a:lnTo>
                  <a:lnTo>
                    <a:pt x="49" y="8403"/>
                  </a:lnTo>
                  <a:lnTo>
                    <a:pt x="97" y="8793"/>
                  </a:lnTo>
                  <a:lnTo>
                    <a:pt x="146" y="9158"/>
                  </a:lnTo>
                  <a:lnTo>
                    <a:pt x="244" y="9523"/>
                  </a:lnTo>
                  <a:lnTo>
                    <a:pt x="341" y="9889"/>
                  </a:lnTo>
                  <a:lnTo>
                    <a:pt x="463" y="10254"/>
                  </a:lnTo>
                  <a:lnTo>
                    <a:pt x="609" y="10595"/>
                  </a:lnTo>
                  <a:lnTo>
                    <a:pt x="755" y="10936"/>
                  </a:lnTo>
                  <a:lnTo>
                    <a:pt x="926" y="11252"/>
                  </a:lnTo>
                  <a:lnTo>
                    <a:pt x="1096" y="11569"/>
                  </a:lnTo>
                  <a:lnTo>
                    <a:pt x="1291" y="11886"/>
                  </a:lnTo>
                  <a:lnTo>
                    <a:pt x="1510" y="12178"/>
                  </a:lnTo>
                  <a:lnTo>
                    <a:pt x="1729" y="12470"/>
                  </a:lnTo>
                  <a:lnTo>
                    <a:pt x="1973" y="12738"/>
                  </a:lnTo>
                  <a:lnTo>
                    <a:pt x="2241" y="13006"/>
                  </a:lnTo>
                  <a:lnTo>
                    <a:pt x="2509" y="13274"/>
                  </a:lnTo>
                  <a:lnTo>
                    <a:pt x="2777" y="13517"/>
                  </a:lnTo>
                  <a:lnTo>
                    <a:pt x="3069" y="13737"/>
                  </a:lnTo>
                  <a:lnTo>
                    <a:pt x="3361" y="13956"/>
                  </a:lnTo>
                  <a:lnTo>
                    <a:pt x="3678" y="14151"/>
                  </a:lnTo>
                  <a:lnTo>
                    <a:pt x="3994" y="14321"/>
                  </a:lnTo>
                  <a:lnTo>
                    <a:pt x="4311" y="14492"/>
                  </a:lnTo>
                  <a:lnTo>
                    <a:pt x="4652" y="14638"/>
                  </a:lnTo>
                  <a:lnTo>
                    <a:pt x="4993" y="14784"/>
                  </a:lnTo>
                  <a:lnTo>
                    <a:pt x="5358" y="14906"/>
                  </a:lnTo>
                  <a:lnTo>
                    <a:pt x="5723" y="15003"/>
                  </a:lnTo>
                  <a:lnTo>
                    <a:pt x="6089" y="15100"/>
                  </a:lnTo>
                  <a:lnTo>
                    <a:pt x="6454" y="15149"/>
                  </a:lnTo>
                  <a:lnTo>
                    <a:pt x="6844" y="15198"/>
                  </a:lnTo>
                  <a:lnTo>
                    <a:pt x="7233" y="15247"/>
                  </a:lnTo>
                  <a:lnTo>
                    <a:pt x="7623" y="15247"/>
                  </a:lnTo>
                  <a:lnTo>
                    <a:pt x="7623" y="15247"/>
                  </a:lnTo>
                  <a:lnTo>
                    <a:pt x="8013" y="15247"/>
                  </a:lnTo>
                  <a:lnTo>
                    <a:pt x="8403" y="15198"/>
                  </a:lnTo>
                  <a:lnTo>
                    <a:pt x="8792" y="15149"/>
                  </a:lnTo>
                  <a:lnTo>
                    <a:pt x="9158" y="15100"/>
                  </a:lnTo>
                  <a:lnTo>
                    <a:pt x="9523" y="15003"/>
                  </a:lnTo>
                  <a:lnTo>
                    <a:pt x="9888" y="14906"/>
                  </a:lnTo>
                  <a:lnTo>
                    <a:pt x="10253" y="14784"/>
                  </a:lnTo>
                  <a:lnTo>
                    <a:pt x="10594" y="14638"/>
                  </a:lnTo>
                  <a:lnTo>
                    <a:pt x="10935" y="14492"/>
                  </a:lnTo>
                  <a:lnTo>
                    <a:pt x="11252" y="14321"/>
                  </a:lnTo>
                  <a:lnTo>
                    <a:pt x="11569" y="14151"/>
                  </a:lnTo>
                  <a:lnTo>
                    <a:pt x="11885" y="13956"/>
                  </a:lnTo>
                  <a:lnTo>
                    <a:pt x="12178" y="13737"/>
                  </a:lnTo>
                  <a:lnTo>
                    <a:pt x="12470" y="13517"/>
                  </a:lnTo>
                  <a:lnTo>
                    <a:pt x="12738" y="13274"/>
                  </a:lnTo>
                  <a:lnTo>
                    <a:pt x="13006" y="13006"/>
                  </a:lnTo>
                  <a:lnTo>
                    <a:pt x="13273" y="12738"/>
                  </a:lnTo>
                  <a:lnTo>
                    <a:pt x="13517" y="12470"/>
                  </a:lnTo>
                  <a:lnTo>
                    <a:pt x="13736" y="12178"/>
                  </a:lnTo>
                  <a:lnTo>
                    <a:pt x="13955" y="11886"/>
                  </a:lnTo>
                  <a:lnTo>
                    <a:pt x="14150" y="11569"/>
                  </a:lnTo>
                  <a:lnTo>
                    <a:pt x="14321" y="11252"/>
                  </a:lnTo>
                  <a:lnTo>
                    <a:pt x="14491" y="10936"/>
                  </a:lnTo>
                  <a:lnTo>
                    <a:pt x="14637" y="10595"/>
                  </a:lnTo>
                  <a:lnTo>
                    <a:pt x="14783" y="10254"/>
                  </a:lnTo>
                  <a:lnTo>
                    <a:pt x="14905" y="9889"/>
                  </a:lnTo>
                  <a:lnTo>
                    <a:pt x="15003" y="9523"/>
                  </a:lnTo>
                  <a:lnTo>
                    <a:pt x="15100" y="9158"/>
                  </a:lnTo>
                  <a:lnTo>
                    <a:pt x="15149" y="8793"/>
                  </a:lnTo>
                  <a:lnTo>
                    <a:pt x="15198" y="8403"/>
                  </a:lnTo>
                  <a:lnTo>
                    <a:pt x="15246" y="8013"/>
                  </a:lnTo>
                  <a:lnTo>
                    <a:pt x="15246" y="7623"/>
                  </a:lnTo>
                  <a:lnTo>
                    <a:pt x="15246" y="7623"/>
                  </a:lnTo>
                  <a:lnTo>
                    <a:pt x="15246" y="7234"/>
                  </a:lnTo>
                  <a:lnTo>
                    <a:pt x="15198" y="6844"/>
                  </a:lnTo>
                  <a:lnTo>
                    <a:pt x="15149" y="6454"/>
                  </a:lnTo>
                  <a:lnTo>
                    <a:pt x="15100" y="6089"/>
                  </a:lnTo>
                  <a:lnTo>
                    <a:pt x="15003" y="5724"/>
                  </a:lnTo>
                  <a:lnTo>
                    <a:pt x="14905" y="5358"/>
                  </a:lnTo>
                  <a:lnTo>
                    <a:pt x="14783" y="4993"/>
                  </a:lnTo>
                  <a:lnTo>
                    <a:pt x="14637" y="4652"/>
                  </a:lnTo>
                  <a:lnTo>
                    <a:pt x="14491" y="4311"/>
                  </a:lnTo>
                  <a:lnTo>
                    <a:pt x="14321" y="3995"/>
                  </a:lnTo>
                  <a:lnTo>
                    <a:pt x="14150" y="3678"/>
                  </a:lnTo>
                  <a:lnTo>
                    <a:pt x="13955" y="3361"/>
                  </a:lnTo>
                  <a:lnTo>
                    <a:pt x="13736" y="3069"/>
                  </a:lnTo>
                  <a:lnTo>
                    <a:pt x="13517" y="2777"/>
                  </a:lnTo>
                  <a:lnTo>
                    <a:pt x="13273" y="2509"/>
                  </a:lnTo>
                  <a:lnTo>
                    <a:pt x="13006" y="2241"/>
                  </a:lnTo>
                  <a:lnTo>
                    <a:pt x="12738" y="1973"/>
                  </a:lnTo>
                  <a:lnTo>
                    <a:pt x="12470" y="1730"/>
                  </a:lnTo>
                  <a:lnTo>
                    <a:pt x="12178" y="1510"/>
                  </a:lnTo>
                  <a:lnTo>
                    <a:pt x="11885" y="1291"/>
                  </a:lnTo>
                  <a:lnTo>
                    <a:pt x="11569" y="1096"/>
                  </a:lnTo>
                  <a:lnTo>
                    <a:pt x="11252" y="926"/>
                  </a:lnTo>
                  <a:lnTo>
                    <a:pt x="10935" y="755"/>
                  </a:lnTo>
                  <a:lnTo>
                    <a:pt x="10594" y="609"/>
                  </a:lnTo>
                  <a:lnTo>
                    <a:pt x="10253" y="463"/>
                  </a:lnTo>
                  <a:lnTo>
                    <a:pt x="9888" y="341"/>
                  </a:lnTo>
                  <a:lnTo>
                    <a:pt x="9523" y="244"/>
                  </a:lnTo>
                  <a:lnTo>
                    <a:pt x="9158" y="147"/>
                  </a:lnTo>
                  <a:lnTo>
                    <a:pt x="8792" y="98"/>
                  </a:lnTo>
                  <a:lnTo>
                    <a:pt x="8403" y="49"/>
                  </a:lnTo>
                  <a:lnTo>
                    <a:pt x="8013" y="0"/>
                  </a:lnTo>
                  <a:lnTo>
                    <a:pt x="7623" y="0"/>
                  </a:lnTo>
                  <a:lnTo>
                    <a:pt x="7623" y="0"/>
                  </a:lnTo>
                </a:path>
              </a:pathLst>
            </a:custGeom>
            <a:grpFill/>
            <a:ln w="12175" cap="rnd" cmpd="sng">
              <a:solidFill>
                <a:schemeClr val="accent4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977;p46"/>
            <p:cNvSpPr/>
            <p:nvPr/>
          </p:nvSpPr>
          <p:spPr>
            <a:xfrm>
              <a:off x="1525475" y="2503125"/>
              <a:ext cx="43875" cy="47525"/>
            </a:xfrm>
            <a:custGeom>
              <a:avLst/>
              <a:gdLst/>
              <a:ahLst/>
              <a:cxnLst/>
              <a:rect l="l" t="t" r="r" b="b"/>
              <a:pathLst>
                <a:path w="1755" h="1901" fill="none" extrusionOk="0">
                  <a:moveTo>
                    <a:pt x="878" y="0"/>
                  </a:moveTo>
                  <a:lnTo>
                    <a:pt x="878" y="0"/>
                  </a:lnTo>
                  <a:lnTo>
                    <a:pt x="1048" y="25"/>
                  </a:lnTo>
                  <a:lnTo>
                    <a:pt x="1219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9" y="1827"/>
                  </a:lnTo>
                  <a:lnTo>
                    <a:pt x="1048" y="1876"/>
                  </a:lnTo>
                  <a:lnTo>
                    <a:pt x="878" y="1900"/>
                  </a:lnTo>
                  <a:lnTo>
                    <a:pt x="878" y="1900"/>
                  </a:lnTo>
                  <a:lnTo>
                    <a:pt x="707" y="1876"/>
                  </a:lnTo>
                  <a:lnTo>
                    <a:pt x="537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7" y="73"/>
                  </a:lnTo>
                  <a:lnTo>
                    <a:pt x="707" y="25"/>
                  </a:lnTo>
                  <a:lnTo>
                    <a:pt x="878" y="0"/>
                  </a:lnTo>
                  <a:lnTo>
                    <a:pt x="878" y="0"/>
                  </a:lnTo>
                </a:path>
              </a:pathLst>
            </a:custGeom>
            <a:grpFill/>
            <a:ln w="12175" cap="rnd" cmpd="sng">
              <a:solidFill>
                <a:schemeClr val="accent4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978;p46"/>
            <p:cNvSpPr/>
            <p:nvPr/>
          </p:nvSpPr>
          <p:spPr>
            <a:xfrm>
              <a:off x="1369600" y="2503125"/>
              <a:ext cx="43875" cy="47525"/>
            </a:xfrm>
            <a:custGeom>
              <a:avLst/>
              <a:gdLst/>
              <a:ahLst/>
              <a:cxnLst/>
              <a:rect l="l" t="t" r="r" b="b"/>
              <a:pathLst>
                <a:path w="1755" h="1901" fill="none" extrusionOk="0">
                  <a:moveTo>
                    <a:pt x="878" y="0"/>
                  </a:moveTo>
                  <a:lnTo>
                    <a:pt x="878" y="0"/>
                  </a:lnTo>
                  <a:lnTo>
                    <a:pt x="1048" y="25"/>
                  </a:lnTo>
                  <a:lnTo>
                    <a:pt x="1219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9" y="1827"/>
                  </a:lnTo>
                  <a:lnTo>
                    <a:pt x="1048" y="1876"/>
                  </a:lnTo>
                  <a:lnTo>
                    <a:pt x="878" y="1900"/>
                  </a:lnTo>
                  <a:lnTo>
                    <a:pt x="878" y="1900"/>
                  </a:lnTo>
                  <a:lnTo>
                    <a:pt x="707" y="1876"/>
                  </a:lnTo>
                  <a:lnTo>
                    <a:pt x="537" y="1827"/>
                  </a:lnTo>
                  <a:lnTo>
                    <a:pt x="391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1" y="171"/>
                  </a:lnTo>
                  <a:lnTo>
                    <a:pt x="537" y="73"/>
                  </a:lnTo>
                  <a:lnTo>
                    <a:pt x="707" y="25"/>
                  </a:lnTo>
                  <a:lnTo>
                    <a:pt x="878" y="0"/>
                  </a:lnTo>
                  <a:lnTo>
                    <a:pt x="878" y="0"/>
                  </a:lnTo>
                </a:path>
              </a:pathLst>
            </a:custGeom>
            <a:grpFill/>
            <a:ln w="12175" cap="rnd" cmpd="sng">
              <a:solidFill>
                <a:schemeClr val="accent4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979;p46"/>
            <p:cNvSpPr/>
            <p:nvPr/>
          </p:nvSpPr>
          <p:spPr>
            <a:xfrm>
              <a:off x="1369600" y="2604200"/>
              <a:ext cx="199750" cy="40825"/>
            </a:xfrm>
            <a:custGeom>
              <a:avLst/>
              <a:gdLst/>
              <a:ahLst/>
              <a:cxnLst/>
              <a:rect l="l" t="t" r="r" b="b"/>
              <a:pathLst>
                <a:path w="7990" h="1633" fill="none" extrusionOk="0">
                  <a:moveTo>
                    <a:pt x="7989" y="0"/>
                  </a:moveTo>
                  <a:lnTo>
                    <a:pt x="7989" y="0"/>
                  </a:lnTo>
                  <a:lnTo>
                    <a:pt x="7575" y="366"/>
                  </a:lnTo>
                  <a:lnTo>
                    <a:pt x="7137" y="707"/>
                  </a:lnTo>
                  <a:lnTo>
                    <a:pt x="6650" y="975"/>
                  </a:lnTo>
                  <a:lnTo>
                    <a:pt x="6163" y="1218"/>
                  </a:lnTo>
                  <a:lnTo>
                    <a:pt x="5627" y="1389"/>
                  </a:lnTo>
                  <a:lnTo>
                    <a:pt x="5115" y="1535"/>
                  </a:lnTo>
                  <a:lnTo>
                    <a:pt x="4555" y="1608"/>
                  </a:lnTo>
                  <a:lnTo>
                    <a:pt x="3995" y="1632"/>
                  </a:lnTo>
                  <a:lnTo>
                    <a:pt x="3995" y="1632"/>
                  </a:lnTo>
                  <a:lnTo>
                    <a:pt x="3435" y="1608"/>
                  </a:lnTo>
                  <a:lnTo>
                    <a:pt x="2875" y="1535"/>
                  </a:lnTo>
                  <a:lnTo>
                    <a:pt x="2363" y="1389"/>
                  </a:lnTo>
                  <a:lnTo>
                    <a:pt x="1828" y="1218"/>
                  </a:lnTo>
                  <a:lnTo>
                    <a:pt x="1340" y="975"/>
                  </a:lnTo>
                  <a:lnTo>
                    <a:pt x="853" y="707"/>
                  </a:lnTo>
                  <a:lnTo>
                    <a:pt x="415" y="366"/>
                  </a:lnTo>
                  <a:lnTo>
                    <a:pt x="1" y="0"/>
                  </a:lnTo>
                </a:path>
              </a:pathLst>
            </a:custGeom>
            <a:grpFill/>
            <a:ln w="12175" cap="rnd" cmpd="sng">
              <a:solidFill>
                <a:schemeClr val="accent4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33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sp>
        <p:nvSpPr>
          <p:cNvPr id="524" name="Google Shape;524;p33"/>
          <p:cNvSpPr txBox="1">
            <a:spLocks noGrp="1"/>
          </p:cNvSpPr>
          <p:nvPr>
            <p:ph type="ctrTitle" idx="4294967295"/>
          </p:nvPr>
        </p:nvSpPr>
        <p:spPr>
          <a:xfrm>
            <a:off x="1275150" y="2364400"/>
            <a:ext cx="65937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 smtClean="0">
                <a:solidFill>
                  <a:schemeClr val="accent5"/>
                </a:solidFill>
              </a:rPr>
              <a:t>OBRIGADO</a:t>
            </a:r>
            <a:r>
              <a:rPr lang="en" sz="6000" dirty="0" smtClean="0">
                <a:solidFill>
                  <a:schemeClr val="accent5"/>
                </a:solidFill>
              </a:rPr>
              <a:t>!</a:t>
            </a:r>
            <a:endParaRPr sz="6000" dirty="0">
              <a:solidFill>
                <a:schemeClr val="accent5"/>
              </a:solidFill>
            </a:endParaRPr>
          </a:p>
        </p:txBody>
      </p:sp>
      <p:sp>
        <p:nvSpPr>
          <p:cNvPr id="525" name="Google Shape;525;p33"/>
          <p:cNvSpPr txBox="1">
            <a:spLocks noGrp="1"/>
          </p:cNvSpPr>
          <p:nvPr>
            <p:ph type="subTitle" idx="4294967295"/>
          </p:nvPr>
        </p:nvSpPr>
        <p:spPr>
          <a:xfrm>
            <a:off x="1275150" y="3349439"/>
            <a:ext cx="6593700" cy="34952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 smtClean="0"/>
              <a:t>Alguma pergunta?</a:t>
            </a:r>
            <a:endParaRPr sz="2000" b="1" dirty="0"/>
          </a:p>
        </p:txBody>
      </p:sp>
      <p:grpSp>
        <p:nvGrpSpPr>
          <p:cNvPr id="526" name="Google Shape;526;p33"/>
          <p:cNvGrpSpPr/>
          <p:nvPr/>
        </p:nvGrpSpPr>
        <p:grpSpPr>
          <a:xfrm>
            <a:off x="3996210" y="966817"/>
            <a:ext cx="1197664" cy="1126777"/>
            <a:chOff x="5972700" y="2330200"/>
            <a:chExt cx="411625" cy="387275"/>
          </a:xfrm>
        </p:grpSpPr>
        <p:sp>
          <p:nvSpPr>
            <p:cNvPr id="527" name="Google Shape;527;p33"/>
            <p:cNvSpPr/>
            <p:nvPr/>
          </p:nvSpPr>
          <p:spPr>
            <a:xfrm>
              <a:off x="5972700" y="2476950"/>
              <a:ext cx="98050" cy="219825"/>
            </a:xfrm>
            <a:custGeom>
              <a:avLst/>
              <a:gdLst/>
              <a:ahLst/>
              <a:cxnLst/>
              <a:rect l="l" t="t" r="r" b="b"/>
              <a:pathLst>
                <a:path w="3922" h="8793" fill="none" extrusionOk="0">
                  <a:moveTo>
                    <a:pt x="0" y="0"/>
                  </a:moveTo>
                  <a:lnTo>
                    <a:pt x="0" y="8792"/>
                  </a:lnTo>
                  <a:lnTo>
                    <a:pt x="3921" y="8792"/>
                  </a:lnTo>
                  <a:lnTo>
                    <a:pt x="3921" y="0"/>
                  </a:lnTo>
                  <a:lnTo>
                    <a:pt x="0" y="0"/>
                  </a:lnTo>
                  <a:close/>
                  <a:moveTo>
                    <a:pt x="2411" y="2411"/>
                  </a:moveTo>
                  <a:lnTo>
                    <a:pt x="2411" y="2411"/>
                  </a:lnTo>
                  <a:lnTo>
                    <a:pt x="2265" y="2387"/>
                  </a:lnTo>
                  <a:lnTo>
                    <a:pt x="2143" y="2363"/>
                  </a:lnTo>
                  <a:lnTo>
                    <a:pt x="2022" y="2290"/>
                  </a:lnTo>
                  <a:lnTo>
                    <a:pt x="1924" y="2216"/>
                  </a:lnTo>
                  <a:lnTo>
                    <a:pt x="1827" y="2095"/>
                  </a:lnTo>
                  <a:lnTo>
                    <a:pt x="1754" y="1973"/>
                  </a:lnTo>
                  <a:lnTo>
                    <a:pt x="1729" y="1851"/>
                  </a:lnTo>
                  <a:lnTo>
                    <a:pt x="1705" y="1705"/>
                  </a:lnTo>
                  <a:lnTo>
                    <a:pt x="1705" y="1705"/>
                  </a:lnTo>
                  <a:lnTo>
                    <a:pt x="1729" y="1559"/>
                  </a:lnTo>
                  <a:lnTo>
                    <a:pt x="1754" y="1437"/>
                  </a:lnTo>
                  <a:lnTo>
                    <a:pt x="1827" y="1315"/>
                  </a:lnTo>
                  <a:lnTo>
                    <a:pt x="1924" y="1218"/>
                  </a:lnTo>
                  <a:lnTo>
                    <a:pt x="2022" y="1120"/>
                  </a:lnTo>
                  <a:lnTo>
                    <a:pt x="2143" y="1072"/>
                  </a:lnTo>
                  <a:lnTo>
                    <a:pt x="2265" y="1023"/>
                  </a:lnTo>
                  <a:lnTo>
                    <a:pt x="2411" y="999"/>
                  </a:lnTo>
                  <a:lnTo>
                    <a:pt x="2411" y="999"/>
                  </a:lnTo>
                  <a:lnTo>
                    <a:pt x="2557" y="1023"/>
                  </a:lnTo>
                  <a:lnTo>
                    <a:pt x="2679" y="1072"/>
                  </a:lnTo>
                  <a:lnTo>
                    <a:pt x="2801" y="1120"/>
                  </a:lnTo>
                  <a:lnTo>
                    <a:pt x="2898" y="1218"/>
                  </a:lnTo>
                  <a:lnTo>
                    <a:pt x="2996" y="1315"/>
                  </a:lnTo>
                  <a:lnTo>
                    <a:pt x="3069" y="1437"/>
                  </a:lnTo>
                  <a:lnTo>
                    <a:pt x="3093" y="1559"/>
                  </a:lnTo>
                  <a:lnTo>
                    <a:pt x="3118" y="1705"/>
                  </a:lnTo>
                  <a:lnTo>
                    <a:pt x="3118" y="1705"/>
                  </a:lnTo>
                  <a:lnTo>
                    <a:pt x="3093" y="1851"/>
                  </a:lnTo>
                  <a:lnTo>
                    <a:pt x="3069" y="1973"/>
                  </a:lnTo>
                  <a:lnTo>
                    <a:pt x="2996" y="2095"/>
                  </a:lnTo>
                  <a:lnTo>
                    <a:pt x="2898" y="2216"/>
                  </a:lnTo>
                  <a:lnTo>
                    <a:pt x="2801" y="2290"/>
                  </a:lnTo>
                  <a:lnTo>
                    <a:pt x="2679" y="2363"/>
                  </a:lnTo>
                  <a:lnTo>
                    <a:pt x="2557" y="2387"/>
                  </a:lnTo>
                  <a:lnTo>
                    <a:pt x="2411" y="2411"/>
                  </a:lnTo>
                  <a:lnTo>
                    <a:pt x="2411" y="2411"/>
                  </a:lnTo>
                  <a:close/>
                </a:path>
              </a:pathLst>
            </a:custGeom>
            <a:noFill/>
            <a:ln w="19050" cap="rnd" cmpd="sng">
              <a:solidFill>
                <a:srgbClr val="3F537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3"/>
            <p:cNvSpPr/>
            <p:nvPr/>
          </p:nvSpPr>
          <p:spPr>
            <a:xfrm>
              <a:off x="6078025" y="2330200"/>
              <a:ext cx="306300" cy="387275"/>
            </a:xfrm>
            <a:custGeom>
              <a:avLst/>
              <a:gdLst/>
              <a:ahLst/>
              <a:cxnLst/>
              <a:rect l="l" t="t" r="r" b="b"/>
              <a:pathLst>
                <a:path w="12252" h="15491" fill="none" extrusionOk="0">
                  <a:moveTo>
                    <a:pt x="1" y="13396"/>
                  </a:moveTo>
                  <a:lnTo>
                    <a:pt x="1511" y="13396"/>
                  </a:lnTo>
                  <a:lnTo>
                    <a:pt x="1511" y="13396"/>
                  </a:lnTo>
                  <a:lnTo>
                    <a:pt x="1998" y="13639"/>
                  </a:lnTo>
                  <a:lnTo>
                    <a:pt x="2680" y="13932"/>
                  </a:lnTo>
                  <a:lnTo>
                    <a:pt x="3556" y="14273"/>
                  </a:lnTo>
                  <a:lnTo>
                    <a:pt x="4531" y="14638"/>
                  </a:lnTo>
                  <a:lnTo>
                    <a:pt x="5578" y="14955"/>
                  </a:lnTo>
                  <a:lnTo>
                    <a:pt x="6114" y="15101"/>
                  </a:lnTo>
                  <a:lnTo>
                    <a:pt x="6650" y="15222"/>
                  </a:lnTo>
                  <a:lnTo>
                    <a:pt x="7161" y="15344"/>
                  </a:lnTo>
                  <a:lnTo>
                    <a:pt x="7672" y="15417"/>
                  </a:lnTo>
                  <a:lnTo>
                    <a:pt x="8135" y="15466"/>
                  </a:lnTo>
                  <a:lnTo>
                    <a:pt x="8598" y="15490"/>
                  </a:lnTo>
                  <a:lnTo>
                    <a:pt x="8598" y="15490"/>
                  </a:lnTo>
                  <a:lnTo>
                    <a:pt x="9377" y="15490"/>
                  </a:lnTo>
                  <a:lnTo>
                    <a:pt x="9791" y="15466"/>
                  </a:lnTo>
                  <a:lnTo>
                    <a:pt x="10181" y="15417"/>
                  </a:lnTo>
                  <a:lnTo>
                    <a:pt x="10522" y="15320"/>
                  </a:lnTo>
                  <a:lnTo>
                    <a:pt x="10692" y="15271"/>
                  </a:lnTo>
                  <a:lnTo>
                    <a:pt x="10814" y="15222"/>
                  </a:lnTo>
                  <a:lnTo>
                    <a:pt x="10936" y="15149"/>
                  </a:lnTo>
                  <a:lnTo>
                    <a:pt x="11033" y="15052"/>
                  </a:lnTo>
                  <a:lnTo>
                    <a:pt x="11082" y="14955"/>
                  </a:lnTo>
                  <a:lnTo>
                    <a:pt x="11131" y="14833"/>
                  </a:lnTo>
                  <a:lnTo>
                    <a:pt x="11204" y="14126"/>
                  </a:lnTo>
                  <a:lnTo>
                    <a:pt x="11204" y="14126"/>
                  </a:lnTo>
                  <a:lnTo>
                    <a:pt x="11180" y="13956"/>
                  </a:lnTo>
                  <a:lnTo>
                    <a:pt x="11131" y="13810"/>
                  </a:lnTo>
                  <a:lnTo>
                    <a:pt x="11033" y="13664"/>
                  </a:lnTo>
                  <a:lnTo>
                    <a:pt x="10887" y="13542"/>
                  </a:lnTo>
                  <a:lnTo>
                    <a:pt x="10887" y="13542"/>
                  </a:lnTo>
                  <a:lnTo>
                    <a:pt x="11009" y="13518"/>
                  </a:lnTo>
                  <a:lnTo>
                    <a:pt x="11131" y="13469"/>
                  </a:lnTo>
                  <a:lnTo>
                    <a:pt x="11253" y="13420"/>
                  </a:lnTo>
                  <a:lnTo>
                    <a:pt x="11350" y="13323"/>
                  </a:lnTo>
                  <a:lnTo>
                    <a:pt x="11423" y="13225"/>
                  </a:lnTo>
                  <a:lnTo>
                    <a:pt x="11496" y="13104"/>
                  </a:lnTo>
                  <a:lnTo>
                    <a:pt x="11545" y="12957"/>
                  </a:lnTo>
                  <a:lnTo>
                    <a:pt x="11569" y="12836"/>
                  </a:lnTo>
                  <a:lnTo>
                    <a:pt x="11642" y="11959"/>
                  </a:lnTo>
                  <a:lnTo>
                    <a:pt x="11642" y="11959"/>
                  </a:lnTo>
                  <a:lnTo>
                    <a:pt x="11642" y="11837"/>
                  </a:lnTo>
                  <a:lnTo>
                    <a:pt x="11642" y="11740"/>
                  </a:lnTo>
                  <a:lnTo>
                    <a:pt x="11618" y="11618"/>
                  </a:lnTo>
                  <a:lnTo>
                    <a:pt x="11569" y="11521"/>
                  </a:lnTo>
                  <a:lnTo>
                    <a:pt x="11447" y="11350"/>
                  </a:lnTo>
                  <a:lnTo>
                    <a:pt x="11374" y="11277"/>
                  </a:lnTo>
                  <a:lnTo>
                    <a:pt x="11301" y="11204"/>
                  </a:lnTo>
                  <a:lnTo>
                    <a:pt x="11301" y="11204"/>
                  </a:lnTo>
                  <a:lnTo>
                    <a:pt x="11423" y="11180"/>
                  </a:lnTo>
                  <a:lnTo>
                    <a:pt x="11521" y="11131"/>
                  </a:lnTo>
                  <a:lnTo>
                    <a:pt x="11618" y="11058"/>
                  </a:lnTo>
                  <a:lnTo>
                    <a:pt x="11715" y="10960"/>
                  </a:lnTo>
                  <a:lnTo>
                    <a:pt x="11788" y="10863"/>
                  </a:lnTo>
                  <a:lnTo>
                    <a:pt x="11837" y="10766"/>
                  </a:lnTo>
                  <a:lnTo>
                    <a:pt x="11886" y="10644"/>
                  </a:lnTo>
                  <a:lnTo>
                    <a:pt x="11910" y="10498"/>
                  </a:lnTo>
                  <a:lnTo>
                    <a:pt x="11983" y="9645"/>
                  </a:lnTo>
                  <a:lnTo>
                    <a:pt x="11983" y="9645"/>
                  </a:lnTo>
                  <a:lnTo>
                    <a:pt x="11983" y="9523"/>
                  </a:lnTo>
                  <a:lnTo>
                    <a:pt x="11983" y="9402"/>
                  </a:lnTo>
                  <a:lnTo>
                    <a:pt x="11959" y="9280"/>
                  </a:lnTo>
                  <a:lnTo>
                    <a:pt x="11910" y="9182"/>
                  </a:lnTo>
                  <a:lnTo>
                    <a:pt x="11861" y="9085"/>
                  </a:lnTo>
                  <a:lnTo>
                    <a:pt x="11788" y="9012"/>
                  </a:lnTo>
                  <a:lnTo>
                    <a:pt x="11715" y="8939"/>
                  </a:lnTo>
                  <a:lnTo>
                    <a:pt x="11618" y="8866"/>
                  </a:lnTo>
                  <a:lnTo>
                    <a:pt x="11618" y="8866"/>
                  </a:lnTo>
                  <a:lnTo>
                    <a:pt x="11715" y="8841"/>
                  </a:lnTo>
                  <a:lnTo>
                    <a:pt x="11813" y="8768"/>
                  </a:lnTo>
                  <a:lnTo>
                    <a:pt x="11910" y="8695"/>
                  </a:lnTo>
                  <a:lnTo>
                    <a:pt x="11983" y="8622"/>
                  </a:lnTo>
                  <a:lnTo>
                    <a:pt x="12056" y="8525"/>
                  </a:lnTo>
                  <a:lnTo>
                    <a:pt x="12105" y="8427"/>
                  </a:lnTo>
                  <a:lnTo>
                    <a:pt x="12129" y="8306"/>
                  </a:lnTo>
                  <a:lnTo>
                    <a:pt x="12154" y="8184"/>
                  </a:lnTo>
                  <a:lnTo>
                    <a:pt x="12251" y="7307"/>
                  </a:lnTo>
                  <a:lnTo>
                    <a:pt x="12251" y="7307"/>
                  </a:lnTo>
                  <a:lnTo>
                    <a:pt x="12227" y="7185"/>
                  </a:lnTo>
                  <a:lnTo>
                    <a:pt x="12202" y="7064"/>
                  </a:lnTo>
                  <a:lnTo>
                    <a:pt x="12154" y="6966"/>
                  </a:lnTo>
                  <a:lnTo>
                    <a:pt x="12105" y="6869"/>
                  </a:lnTo>
                  <a:lnTo>
                    <a:pt x="12032" y="6771"/>
                  </a:lnTo>
                  <a:lnTo>
                    <a:pt x="11935" y="6698"/>
                  </a:lnTo>
                  <a:lnTo>
                    <a:pt x="11715" y="6552"/>
                  </a:lnTo>
                  <a:lnTo>
                    <a:pt x="11472" y="6430"/>
                  </a:lnTo>
                  <a:lnTo>
                    <a:pt x="11180" y="6333"/>
                  </a:lnTo>
                  <a:lnTo>
                    <a:pt x="10863" y="6260"/>
                  </a:lnTo>
                  <a:lnTo>
                    <a:pt x="10546" y="6211"/>
                  </a:lnTo>
                  <a:lnTo>
                    <a:pt x="10546" y="6211"/>
                  </a:lnTo>
                  <a:lnTo>
                    <a:pt x="9864" y="6114"/>
                  </a:lnTo>
                  <a:lnTo>
                    <a:pt x="8817" y="6016"/>
                  </a:lnTo>
                  <a:lnTo>
                    <a:pt x="7575" y="5943"/>
                  </a:lnTo>
                  <a:lnTo>
                    <a:pt x="6309" y="5870"/>
                  </a:lnTo>
                  <a:lnTo>
                    <a:pt x="6309" y="5870"/>
                  </a:lnTo>
                  <a:lnTo>
                    <a:pt x="6479" y="5578"/>
                  </a:lnTo>
                  <a:lnTo>
                    <a:pt x="6625" y="5237"/>
                  </a:lnTo>
                  <a:lnTo>
                    <a:pt x="6771" y="4872"/>
                  </a:lnTo>
                  <a:lnTo>
                    <a:pt x="6869" y="4482"/>
                  </a:lnTo>
                  <a:lnTo>
                    <a:pt x="6966" y="4092"/>
                  </a:lnTo>
                  <a:lnTo>
                    <a:pt x="7064" y="3678"/>
                  </a:lnTo>
                  <a:lnTo>
                    <a:pt x="7161" y="2875"/>
                  </a:lnTo>
                  <a:lnTo>
                    <a:pt x="7234" y="2144"/>
                  </a:lnTo>
                  <a:lnTo>
                    <a:pt x="7283" y="1535"/>
                  </a:lnTo>
                  <a:lnTo>
                    <a:pt x="7283" y="975"/>
                  </a:lnTo>
                  <a:lnTo>
                    <a:pt x="7283" y="975"/>
                  </a:lnTo>
                  <a:lnTo>
                    <a:pt x="7283" y="804"/>
                  </a:lnTo>
                  <a:lnTo>
                    <a:pt x="7210" y="609"/>
                  </a:lnTo>
                  <a:lnTo>
                    <a:pt x="7137" y="463"/>
                  </a:lnTo>
                  <a:lnTo>
                    <a:pt x="7015" y="317"/>
                  </a:lnTo>
                  <a:lnTo>
                    <a:pt x="6869" y="171"/>
                  </a:lnTo>
                  <a:lnTo>
                    <a:pt x="6698" y="98"/>
                  </a:lnTo>
                  <a:lnTo>
                    <a:pt x="6503" y="25"/>
                  </a:lnTo>
                  <a:lnTo>
                    <a:pt x="6309" y="1"/>
                  </a:lnTo>
                  <a:lnTo>
                    <a:pt x="6309" y="1"/>
                  </a:lnTo>
                  <a:lnTo>
                    <a:pt x="5943" y="25"/>
                  </a:lnTo>
                  <a:lnTo>
                    <a:pt x="5700" y="74"/>
                  </a:lnTo>
                  <a:lnTo>
                    <a:pt x="5505" y="147"/>
                  </a:lnTo>
                  <a:lnTo>
                    <a:pt x="5359" y="220"/>
                  </a:lnTo>
                  <a:lnTo>
                    <a:pt x="5359" y="220"/>
                  </a:lnTo>
                  <a:lnTo>
                    <a:pt x="4969" y="1462"/>
                  </a:lnTo>
                  <a:lnTo>
                    <a:pt x="4774" y="2022"/>
                  </a:lnTo>
                  <a:lnTo>
                    <a:pt x="4579" y="2534"/>
                  </a:lnTo>
                  <a:lnTo>
                    <a:pt x="4385" y="2996"/>
                  </a:lnTo>
                  <a:lnTo>
                    <a:pt x="4190" y="3386"/>
                  </a:lnTo>
                  <a:lnTo>
                    <a:pt x="4019" y="3678"/>
                  </a:lnTo>
                  <a:lnTo>
                    <a:pt x="3873" y="3922"/>
                  </a:lnTo>
                  <a:lnTo>
                    <a:pt x="3873" y="3922"/>
                  </a:lnTo>
                  <a:lnTo>
                    <a:pt x="3654" y="4141"/>
                  </a:lnTo>
                  <a:lnTo>
                    <a:pt x="3313" y="4482"/>
                  </a:lnTo>
                  <a:lnTo>
                    <a:pt x="2509" y="5237"/>
                  </a:lnTo>
                  <a:lnTo>
                    <a:pt x="1438" y="6211"/>
                  </a:lnTo>
                  <a:lnTo>
                    <a:pt x="1" y="6211"/>
                  </a:lnTo>
                </a:path>
              </a:pathLst>
            </a:custGeom>
            <a:noFill/>
            <a:ln w="19050" cap="rnd" cmpd="sng">
              <a:solidFill>
                <a:srgbClr val="3F537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alerio template">
  <a:themeElements>
    <a:clrScheme name="Custom 347">
      <a:dk1>
        <a:srgbClr val="263248"/>
      </a:dk1>
      <a:lt1>
        <a:srgbClr val="FFFFFF"/>
      </a:lt1>
      <a:dk2>
        <a:srgbClr val="434343"/>
      </a:dk2>
      <a:lt2>
        <a:srgbClr val="E0E4E9"/>
      </a:lt2>
      <a:accent1>
        <a:srgbClr val="3F5378"/>
      </a:accent1>
      <a:accent2>
        <a:srgbClr val="263248"/>
      </a:accent2>
      <a:accent3>
        <a:srgbClr val="92A8C8"/>
      </a:accent3>
      <a:accent4>
        <a:srgbClr val="C7D3E6"/>
      </a:accent4>
      <a:accent5>
        <a:srgbClr val="FF9800"/>
      </a:accent5>
      <a:accent6>
        <a:srgbClr val="D26F00"/>
      </a:accent6>
      <a:hlink>
        <a:srgbClr val="3F5378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775</Words>
  <Application>Microsoft Office PowerPoint</Application>
  <PresentationFormat>Apresentação na tela (16:9)</PresentationFormat>
  <Paragraphs>120</Paragraphs>
  <Slides>19</Slides>
  <Notes>16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9" baseType="lpstr">
      <vt:lpstr>Roboto Condensed</vt:lpstr>
      <vt:lpstr>Wingdings</vt:lpstr>
      <vt:lpstr>Roboto Condensed Light</vt:lpstr>
      <vt:lpstr>Arial</vt:lpstr>
      <vt:lpstr>Barlow</vt:lpstr>
      <vt:lpstr>Arvo</vt:lpstr>
      <vt:lpstr>Agency FB</vt:lpstr>
      <vt:lpstr>Microsoft YaHei Light</vt:lpstr>
      <vt:lpstr>Calibri</vt:lpstr>
      <vt:lpstr>Salerio template</vt:lpstr>
      <vt:lpstr>SISTEMAS DISTRIBUIDOS TRABALHO</vt:lpstr>
      <vt:lpstr>PROGRAMAÇÃO</vt:lpstr>
      <vt:lpstr>IDEIAS INICIAS DO SISTEMA</vt:lpstr>
      <vt:lpstr>IDEIA PRINCIPAL</vt:lpstr>
      <vt:lpstr>FUNÇÕES PENSADAS</vt:lpstr>
      <vt:lpstr>EXPLICANDO O CÓDIGO</vt:lpstr>
      <vt:lpstr>Apresentação do PowerPoint</vt:lpstr>
      <vt:lpstr>Apresentação do PowerPoint</vt:lpstr>
      <vt:lpstr>ALGUNS PONTOS NÃO SE ENCAIXAVAM</vt:lpstr>
      <vt:lpstr>FRONT EM HTML</vt:lpstr>
      <vt:lpstr>Apresentação do PowerPoint</vt:lpstr>
      <vt:lpstr>IDEIA COMPLICADA…</vt:lpstr>
      <vt:lpstr>EXPLICAÇÃO DO HTML</vt:lpstr>
      <vt:lpstr>EXPLICAÇÃO DO HTML</vt:lpstr>
      <vt:lpstr>ROADMAP E FINALIZAÇÃO</vt:lpstr>
      <vt:lpstr>ROADMAP</vt:lpstr>
      <vt:lpstr>REFERÊNCIAS UTILIZADAS</vt:lpstr>
      <vt:lpstr>APRESENTAÇÃO DO GRUPO</vt:lpstr>
      <vt:lpstr>OBRIGADO!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SISTEMAS DISTRIBUIDOS TRABALHO</dc:title>
  <dc:creator>Natalina</dc:creator>
  <cp:lastModifiedBy>MARCIO</cp:lastModifiedBy>
  <cp:revision>26</cp:revision>
  <dcterms:modified xsi:type="dcterms:W3CDTF">2022-06-03T02:55:05Z</dcterms:modified>
</cp:coreProperties>
</file>